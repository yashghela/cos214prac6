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38"/>
  </p:notesMasterIdLst>
  <p:handoutMasterIdLst>
    <p:handoutMasterId r:id="rId39"/>
  </p:handoutMasterIdLst>
  <p:sldIdLst>
    <p:sldId id="340" r:id="rId5"/>
    <p:sldId id="341" r:id="rId6"/>
    <p:sldId id="342" r:id="rId7"/>
    <p:sldId id="343" r:id="rId8"/>
    <p:sldId id="356" r:id="rId9"/>
    <p:sldId id="346" r:id="rId10"/>
    <p:sldId id="344" r:id="rId11"/>
    <p:sldId id="360" r:id="rId12"/>
    <p:sldId id="362" r:id="rId13"/>
    <p:sldId id="372" r:id="rId14"/>
    <p:sldId id="361" r:id="rId15"/>
    <p:sldId id="363" r:id="rId16"/>
    <p:sldId id="364" r:id="rId17"/>
    <p:sldId id="367" r:id="rId18"/>
    <p:sldId id="369" r:id="rId19"/>
    <p:sldId id="368" r:id="rId20"/>
    <p:sldId id="370" r:id="rId21"/>
    <p:sldId id="371" r:id="rId22"/>
    <p:sldId id="374" r:id="rId23"/>
    <p:sldId id="376" r:id="rId24"/>
    <p:sldId id="377" r:id="rId25"/>
    <p:sldId id="378" r:id="rId26"/>
    <p:sldId id="380" r:id="rId27"/>
    <p:sldId id="382" r:id="rId28"/>
    <p:sldId id="379" r:id="rId29"/>
    <p:sldId id="383" r:id="rId30"/>
    <p:sldId id="387" r:id="rId31"/>
    <p:sldId id="384" r:id="rId32"/>
    <p:sldId id="385" r:id="rId33"/>
    <p:sldId id="392" r:id="rId34"/>
    <p:sldId id="393" r:id="rId35"/>
    <p:sldId id="386" r:id="rId36"/>
    <p:sldId id="355"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0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E171933-4619-4E11-9A3F-F7608DF75F80}">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autoAdjust="0"/>
  </p:normalViewPr>
  <p:slideViewPr>
    <p:cSldViewPr snapToGrid="0">
      <p:cViewPr>
        <p:scale>
          <a:sx n="100" d="100"/>
          <a:sy n="100" d="100"/>
        </p:scale>
        <p:origin x="912" y="108"/>
      </p:cViewPr>
      <p:guideLst/>
    </p:cSldViewPr>
  </p:slideViewPr>
  <p:outlineViewPr>
    <p:cViewPr>
      <p:scale>
        <a:sx n="33" d="100"/>
        <a:sy n="33" d="100"/>
      </p:scale>
      <p:origin x="0" y="-11376"/>
    </p:cViewPr>
  </p:outlineViewPr>
  <p:notesTextViewPr>
    <p:cViewPr>
      <p:scale>
        <a:sx n="1" d="1"/>
        <a:sy n="1" d="1"/>
      </p:scale>
      <p:origin x="0" y="0"/>
    </p:cViewPr>
  </p:notesTextViewPr>
  <p:sorterViewPr>
    <p:cViewPr varScale="1">
      <p:scale>
        <a:sx n="100" d="100"/>
        <a:sy n="100" d="100"/>
      </p:scale>
      <p:origin x="0" y="-6264"/>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82B951-AFFF-3499-FDE3-02A7F0BD15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2E5896A-FCE2-110F-B202-A8E435372D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69F83-204D-4778-AAD0-A0F851A3AEEE}" type="datetimeFigureOut">
              <a:rPr lang="en-US" smtClean="0"/>
              <a:t>11/1/2026</a:t>
            </a:fld>
            <a:endParaRPr lang="en-US" dirty="0"/>
          </a:p>
        </p:txBody>
      </p:sp>
      <p:sp>
        <p:nvSpPr>
          <p:cNvPr id="4" name="Footer Placeholder 3">
            <a:extLst>
              <a:ext uri="{FF2B5EF4-FFF2-40B4-BE49-F238E27FC236}">
                <a16:creationId xmlns:a16="http://schemas.microsoft.com/office/drawing/2014/main" id="{911BFBA0-47AD-543A-6AE4-769D8F865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18FC355-FEF6-ED8F-8D0E-F362E204A0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669D59-B021-49CB-887D-52B8FEE1CE18}" type="slidenum">
              <a:rPr lang="en-US" smtClean="0"/>
              <a:t>‹#›</a:t>
            </a:fld>
            <a:endParaRPr lang="en-US" dirty="0"/>
          </a:p>
        </p:txBody>
      </p:sp>
    </p:spTree>
    <p:extLst>
      <p:ext uri="{BB962C8B-B14F-4D97-AF65-F5344CB8AC3E}">
        <p14:creationId xmlns:p14="http://schemas.microsoft.com/office/powerpoint/2010/main" val="281706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E3C21-C3CB-4B8D-9033-56C1B3CE75FA}" type="datetimeFigureOut">
              <a:rPr lang="en-US" smtClean="0"/>
              <a:t>11/1/2026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32C3C-A191-48C2-A7E8-9C96AF841A7A}" type="slidenum">
              <a:rPr lang="en-US" smtClean="0"/>
              <a:t>‹#›</a:t>
            </a:fld>
            <a:endParaRPr lang="en-US" dirty="0"/>
          </a:p>
        </p:txBody>
      </p:sp>
    </p:spTree>
    <p:extLst>
      <p:ext uri="{BB962C8B-B14F-4D97-AF65-F5344CB8AC3E}">
        <p14:creationId xmlns:p14="http://schemas.microsoft.com/office/powerpoint/2010/main" val="18563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a:t>
            </a:fld>
            <a:endParaRPr lang="en-US" dirty="0"/>
          </a:p>
        </p:txBody>
      </p:sp>
    </p:spTree>
    <p:extLst>
      <p:ext uri="{BB962C8B-B14F-4D97-AF65-F5344CB8AC3E}">
        <p14:creationId xmlns:p14="http://schemas.microsoft.com/office/powerpoint/2010/main" val="108604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2</a:t>
            </a:fld>
            <a:endParaRPr lang="en-US" dirty="0"/>
          </a:p>
        </p:txBody>
      </p:sp>
    </p:spTree>
    <p:extLst>
      <p:ext uri="{BB962C8B-B14F-4D97-AF65-F5344CB8AC3E}">
        <p14:creationId xmlns:p14="http://schemas.microsoft.com/office/powerpoint/2010/main" val="4016480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3</a:t>
            </a:fld>
            <a:endParaRPr lang="en-US" dirty="0"/>
          </a:p>
        </p:txBody>
      </p:sp>
    </p:spTree>
    <p:extLst>
      <p:ext uri="{BB962C8B-B14F-4D97-AF65-F5344CB8AC3E}">
        <p14:creationId xmlns:p14="http://schemas.microsoft.com/office/powerpoint/2010/main" val="2403399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4</a:t>
            </a:fld>
            <a:endParaRPr lang="en-US" dirty="0"/>
          </a:p>
        </p:txBody>
      </p:sp>
    </p:spTree>
    <p:extLst>
      <p:ext uri="{BB962C8B-B14F-4D97-AF65-F5344CB8AC3E}">
        <p14:creationId xmlns:p14="http://schemas.microsoft.com/office/powerpoint/2010/main" val="1649793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14717-218A-55F9-917B-F2FCE3DA85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7ED3AD-C56B-6CE3-DAC9-A90FC94E0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4C4E7F-73FE-C1E3-39D0-EC1066DC84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7504E8-8F7D-F071-0C4E-42B3CBD8FA1B}"/>
              </a:ext>
            </a:extLst>
          </p:cNvPr>
          <p:cNvSpPr>
            <a:spLocks noGrp="1"/>
          </p:cNvSpPr>
          <p:nvPr>
            <p:ph type="sldNum" sz="quarter" idx="5"/>
          </p:nvPr>
        </p:nvSpPr>
        <p:spPr/>
        <p:txBody>
          <a:bodyPr/>
          <a:lstStyle/>
          <a:p>
            <a:fld id="{17732C3C-A191-48C2-A7E8-9C96AF841A7A}" type="slidenum">
              <a:rPr lang="en-US" smtClean="0"/>
              <a:t>5</a:t>
            </a:fld>
            <a:endParaRPr lang="en-US" dirty="0"/>
          </a:p>
        </p:txBody>
      </p:sp>
    </p:spTree>
    <p:extLst>
      <p:ext uri="{BB962C8B-B14F-4D97-AF65-F5344CB8AC3E}">
        <p14:creationId xmlns:p14="http://schemas.microsoft.com/office/powerpoint/2010/main" val="2267729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6</a:t>
            </a:fld>
            <a:endParaRPr lang="en-US" dirty="0"/>
          </a:p>
        </p:txBody>
      </p:sp>
    </p:spTree>
    <p:extLst>
      <p:ext uri="{BB962C8B-B14F-4D97-AF65-F5344CB8AC3E}">
        <p14:creationId xmlns:p14="http://schemas.microsoft.com/office/powerpoint/2010/main" val="3238281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7</a:t>
            </a:fld>
            <a:endParaRPr lang="en-US" dirty="0"/>
          </a:p>
        </p:txBody>
      </p:sp>
    </p:spTree>
    <p:extLst>
      <p:ext uri="{BB962C8B-B14F-4D97-AF65-F5344CB8AC3E}">
        <p14:creationId xmlns:p14="http://schemas.microsoft.com/office/powerpoint/2010/main" val="1054157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17732C3C-A191-48C2-A7E8-9C96AF841A7A}" type="slidenum">
              <a:rPr lang="en-US" smtClean="0"/>
              <a:t>9</a:t>
            </a:fld>
            <a:endParaRPr lang="en-US" dirty="0"/>
          </a:p>
        </p:txBody>
      </p:sp>
    </p:spTree>
    <p:extLst>
      <p:ext uri="{BB962C8B-B14F-4D97-AF65-F5344CB8AC3E}">
        <p14:creationId xmlns:p14="http://schemas.microsoft.com/office/powerpoint/2010/main" val="4085080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45ACA-3B56-E9B1-EE13-D68F3AEE29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F2BBE-65E7-E4A8-060F-E1AB94CEA4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62BAD7-28E7-6B8C-7235-303E26AD84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E99653-8655-6102-6B87-4350DFDD2CDB}"/>
              </a:ext>
            </a:extLst>
          </p:cNvPr>
          <p:cNvSpPr>
            <a:spLocks noGrp="1"/>
          </p:cNvSpPr>
          <p:nvPr>
            <p:ph type="sldNum" sz="quarter" idx="5"/>
          </p:nvPr>
        </p:nvSpPr>
        <p:spPr/>
        <p:txBody>
          <a:bodyPr/>
          <a:lstStyle/>
          <a:p>
            <a:fld id="{17732C3C-A191-48C2-A7E8-9C96AF841A7A}" type="slidenum">
              <a:rPr lang="en-US" smtClean="0"/>
              <a:t>19</a:t>
            </a:fld>
            <a:endParaRPr lang="en-US" dirty="0"/>
          </a:p>
        </p:txBody>
      </p:sp>
    </p:spTree>
    <p:extLst>
      <p:ext uri="{BB962C8B-B14F-4D97-AF65-F5344CB8AC3E}">
        <p14:creationId xmlns:p14="http://schemas.microsoft.com/office/powerpoint/2010/main" val="1872019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0BC47-5135-C696-3F59-A95EAF46AD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59D670-FCF6-9A22-493E-532C145C2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4B374C-8265-8CEA-6075-5B4DD8B564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DAA540-E8F3-B79D-D444-06111E82797D}"/>
              </a:ext>
            </a:extLst>
          </p:cNvPr>
          <p:cNvSpPr>
            <a:spLocks noGrp="1"/>
          </p:cNvSpPr>
          <p:nvPr>
            <p:ph type="sldNum" sz="quarter" idx="5"/>
          </p:nvPr>
        </p:nvSpPr>
        <p:spPr/>
        <p:txBody>
          <a:bodyPr/>
          <a:lstStyle/>
          <a:p>
            <a:fld id="{17732C3C-A191-48C2-A7E8-9C96AF841A7A}" type="slidenum">
              <a:rPr lang="en-US" smtClean="0"/>
              <a:t>20</a:t>
            </a:fld>
            <a:endParaRPr lang="en-US" dirty="0"/>
          </a:p>
        </p:txBody>
      </p:sp>
    </p:spTree>
    <p:extLst>
      <p:ext uri="{BB962C8B-B14F-4D97-AF65-F5344CB8AC3E}">
        <p14:creationId xmlns:p14="http://schemas.microsoft.com/office/powerpoint/2010/main" val="2138334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1CAB8-F1FD-EBD8-18CF-AC6D9DF3C2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EDFA4-1080-201E-1518-187A45AEC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010B6-8F83-CFA5-1374-A409441104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07472F-B070-BF30-5997-08CD4E079B2A}"/>
              </a:ext>
            </a:extLst>
          </p:cNvPr>
          <p:cNvSpPr>
            <a:spLocks noGrp="1"/>
          </p:cNvSpPr>
          <p:nvPr>
            <p:ph type="sldNum" sz="quarter" idx="5"/>
          </p:nvPr>
        </p:nvSpPr>
        <p:spPr/>
        <p:txBody>
          <a:bodyPr/>
          <a:lstStyle/>
          <a:p>
            <a:fld id="{17732C3C-A191-48C2-A7E8-9C96AF841A7A}" type="slidenum">
              <a:rPr lang="en-US" smtClean="0"/>
              <a:t>21</a:t>
            </a:fld>
            <a:endParaRPr lang="en-US" dirty="0"/>
          </a:p>
        </p:txBody>
      </p:sp>
    </p:spTree>
    <p:extLst>
      <p:ext uri="{BB962C8B-B14F-4D97-AF65-F5344CB8AC3E}">
        <p14:creationId xmlns:p14="http://schemas.microsoft.com/office/powerpoint/2010/main" val="3581692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2BB9C-8FFF-E76D-C316-1626BE656D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721F33-6167-942D-A9C2-2900B86F3A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F55E4D-9239-1DA3-B63F-599F5F9B67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F3CE06-20B2-A497-C2E7-DDB90F8F3A4D}"/>
              </a:ext>
            </a:extLst>
          </p:cNvPr>
          <p:cNvSpPr>
            <a:spLocks noGrp="1"/>
          </p:cNvSpPr>
          <p:nvPr>
            <p:ph type="sldNum" sz="quarter" idx="5"/>
          </p:nvPr>
        </p:nvSpPr>
        <p:spPr/>
        <p:txBody>
          <a:bodyPr/>
          <a:lstStyle/>
          <a:p>
            <a:fld id="{17732C3C-A191-48C2-A7E8-9C96AF841A7A}" type="slidenum">
              <a:rPr lang="en-US" smtClean="0"/>
              <a:t>22</a:t>
            </a:fld>
            <a:endParaRPr lang="en-US" dirty="0"/>
          </a:p>
        </p:txBody>
      </p:sp>
    </p:spTree>
    <p:extLst>
      <p:ext uri="{BB962C8B-B14F-4D97-AF65-F5344CB8AC3E}">
        <p14:creationId xmlns:p14="http://schemas.microsoft.com/office/powerpoint/2010/main" val="1420183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F7A0-71C0-F697-5DBA-D35B3A30A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AFA7A-688F-470D-BB2D-D4E5E35AB1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6A97DD-4A26-CBB0-4FFD-5A438FAFDF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D99047-AC42-E49D-1E0A-E12CA317C5F6}"/>
              </a:ext>
            </a:extLst>
          </p:cNvPr>
          <p:cNvSpPr>
            <a:spLocks noGrp="1"/>
          </p:cNvSpPr>
          <p:nvPr>
            <p:ph type="sldNum" sz="quarter" idx="5"/>
          </p:nvPr>
        </p:nvSpPr>
        <p:spPr/>
        <p:txBody>
          <a:bodyPr/>
          <a:lstStyle/>
          <a:p>
            <a:fld id="{17732C3C-A191-48C2-A7E8-9C96AF841A7A}" type="slidenum">
              <a:rPr lang="en-US" smtClean="0"/>
              <a:t>23</a:t>
            </a:fld>
            <a:endParaRPr lang="en-US" dirty="0"/>
          </a:p>
        </p:txBody>
      </p:sp>
    </p:spTree>
    <p:extLst>
      <p:ext uri="{BB962C8B-B14F-4D97-AF65-F5344CB8AC3E}">
        <p14:creationId xmlns:p14="http://schemas.microsoft.com/office/powerpoint/2010/main" val="2222052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81099-077E-2D45-9E6A-8E6CF45399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8B062A-1F26-78D4-C6AB-68DFC8730A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F5026-E74C-E43B-3706-0E47CB6027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18F6A0-2D38-CE4E-56CA-E23C0DBA2B5E}"/>
              </a:ext>
            </a:extLst>
          </p:cNvPr>
          <p:cNvSpPr>
            <a:spLocks noGrp="1"/>
          </p:cNvSpPr>
          <p:nvPr>
            <p:ph type="sldNum" sz="quarter" idx="5"/>
          </p:nvPr>
        </p:nvSpPr>
        <p:spPr/>
        <p:txBody>
          <a:bodyPr/>
          <a:lstStyle/>
          <a:p>
            <a:fld id="{17732C3C-A191-48C2-A7E8-9C96AF841A7A}" type="slidenum">
              <a:rPr lang="en-US" smtClean="0"/>
              <a:t>24</a:t>
            </a:fld>
            <a:endParaRPr lang="en-US" dirty="0"/>
          </a:p>
        </p:txBody>
      </p:sp>
    </p:spTree>
    <p:extLst>
      <p:ext uri="{BB962C8B-B14F-4D97-AF65-F5344CB8AC3E}">
        <p14:creationId xmlns:p14="http://schemas.microsoft.com/office/powerpoint/2010/main" val="2199487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0957E-EFBF-523E-C0AB-0E9BCDAFA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0F4B1-A16C-8C6E-E21E-F6B718BC1E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2AB35-767E-C105-4136-AAFFCC0529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B49CEF-48E3-11BA-2C5F-AC410C19F0CB}"/>
              </a:ext>
            </a:extLst>
          </p:cNvPr>
          <p:cNvSpPr>
            <a:spLocks noGrp="1"/>
          </p:cNvSpPr>
          <p:nvPr>
            <p:ph type="sldNum" sz="quarter" idx="5"/>
          </p:nvPr>
        </p:nvSpPr>
        <p:spPr/>
        <p:txBody>
          <a:bodyPr/>
          <a:lstStyle/>
          <a:p>
            <a:fld id="{17732C3C-A191-48C2-A7E8-9C96AF841A7A}" type="slidenum">
              <a:rPr lang="en-US" smtClean="0"/>
              <a:t>25</a:t>
            </a:fld>
            <a:endParaRPr lang="en-US" dirty="0"/>
          </a:p>
        </p:txBody>
      </p:sp>
    </p:spTree>
    <p:extLst>
      <p:ext uri="{BB962C8B-B14F-4D97-AF65-F5344CB8AC3E}">
        <p14:creationId xmlns:p14="http://schemas.microsoft.com/office/powerpoint/2010/main" val="40964592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5DD25-71D2-EEA0-014A-D14BE94B4F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8C6E8-F5B7-65FD-2CDE-2E5DD44B8A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98131-55C7-CA7B-0AD2-65AB59D34D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930E15-2FAE-9E01-38A3-0BC7E7AB3A1A}"/>
              </a:ext>
            </a:extLst>
          </p:cNvPr>
          <p:cNvSpPr>
            <a:spLocks noGrp="1"/>
          </p:cNvSpPr>
          <p:nvPr>
            <p:ph type="sldNum" sz="quarter" idx="5"/>
          </p:nvPr>
        </p:nvSpPr>
        <p:spPr/>
        <p:txBody>
          <a:bodyPr/>
          <a:lstStyle/>
          <a:p>
            <a:fld id="{17732C3C-A191-48C2-A7E8-9C96AF841A7A}" type="slidenum">
              <a:rPr lang="en-US" smtClean="0"/>
              <a:t>29</a:t>
            </a:fld>
            <a:endParaRPr lang="en-US" dirty="0"/>
          </a:p>
        </p:txBody>
      </p:sp>
    </p:spTree>
    <p:extLst>
      <p:ext uri="{BB962C8B-B14F-4D97-AF65-F5344CB8AC3E}">
        <p14:creationId xmlns:p14="http://schemas.microsoft.com/office/powerpoint/2010/main" val="37483765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D6433-A25C-5885-14C4-0CF01C4C5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DD4BD8-6A7A-A361-24D4-62FDA8CF0F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DF3EA-751F-9568-8AFF-9246ACFB8F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EC5F93-C566-5E64-2A8D-549057E856ED}"/>
              </a:ext>
            </a:extLst>
          </p:cNvPr>
          <p:cNvSpPr>
            <a:spLocks noGrp="1"/>
          </p:cNvSpPr>
          <p:nvPr>
            <p:ph type="sldNum" sz="quarter" idx="5"/>
          </p:nvPr>
        </p:nvSpPr>
        <p:spPr/>
        <p:txBody>
          <a:bodyPr/>
          <a:lstStyle/>
          <a:p>
            <a:fld id="{17732C3C-A191-48C2-A7E8-9C96AF841A7A}" type="slidenum">
              <a:rPr lang="en-US" smtClean="0"/>
              <a:t>30</a:t>
            </a:fld>
            <a:endParaRPr lang="en-US" dirty="0"/>
          </a:p>
        </p:txBody>
      </p:sp>
    </p:spTree>
    <p:extLst>
      <p:ext uri="{BB962C8B-B14F-4D97-AF65-F5344CB8AC3E}">
        <p14:creationId xmlns:p14="http://schemas.microsoft.com/office/powerpoint/2010/main" val="25006677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AD221-620C-9313-6A99-3D5A19667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2F0059-2121-1EE6-E134-A1EC3B5806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8240A-CBFA-2622-B4C4-13A31D14C1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19B180-CE89-B743-702C-B719CB3DEFC9}"/>
              </a:ext>
            </a:extLst>
          </p:cNvPr>
          <p:cNvSpPr>
            <a:spLocks noGrp="1"/>
          </p:cNvSpPr>
          <p:nvPr>
            <p:ph type="sldNum" sz="quarter" idx="5"/>
          </p:nvPr>
        </p:nvSpPr>
        <p:spPr/>
        <p:txBody>
          <a:bodyPr/>
          <a:lstStyle/>
          <a:p>
            <a:fld id="{17732C3C-A191-48C2-A7E8-9C96AF841A7A}" type="slidenum">
              <a:rPr lang="en-US" smtClean="0"/>
              <a:t>31</a:t>
            </a:fld>
            <a:endParaRPr lang="en-US" dirty="0"/>
          </a:p>
        </p:txBody>
      </p:sp>
    </p:spTree>
    <p:extLst>
      <p:ext uri="{BB962C8B-B14F-4D97-AF65-F5344CB8AC3E}">
        <p14:creationId xmlns:p14="http://schemas.microsoft.com/office/powerpoint/2010/main" val="21354396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8D306-437B-83DF-B52D-F6D6174814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2E23D-D81D-A1C9-403A-6036FB9E5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727E8C-DDD1-F9C0-F719-3D6C2EEBC5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C7B7AA-067F-F091-9ADD-646A6853CEA9}"/>
              </a:ext>
            </a:extLst>
          </p:cNvPr>
          <p:cNvSpPr>
            <a:spLocks noGrp="1"/>
          </p:cNvSpPr>
          <p:nvPr>
            <p:ph type="sldNum" sz="quarter" idx="5"/>
          </p:nvPr>
        </p:nvSpPr>
        <p:spPr/>
        <p:txBody>
          <a:bodyPr/>
          <a:lstStyle/>
          <a:p>
            <a:fld id="{17732C3C-A191-48C2-A7E8-9C96AF841A7A}" type="slidenum">
              <a:rPr lang="en-US" smtClean="0"/>
              <a:t>32</a:t>
            </a:fld>
            <a:endParaRPr lang="en-US" dirty="0"/>
          </a:p>
        </p:txBody>
      </p:sp>
    </p:spTree>
    <p:extLst>
      <p:ext uri="{BB962C8B-B14F-4D97-AF65-F5344CB8AC3E}">
        <p14:creationId xmlns:p14="http://schemas.microsoft.com/office/powerpoint/2010/main" val="30371060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33</a:t>
            </a:fld>
            <a:endParaRPr lang="en-US" dirty="0"/>
          </a:p>
        </p:txBody>
      </p:sp>
    </p:spTree>
    <p:extLst>
      <p:ext uri="{BB962C8B-B14F-4D97-AF65-F5344CB8AC3E}">
        <p14:creationId xmlns:p14="http://schemas.microsoft.com/office/powerpoint/2010/main" val="38231185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lumMod val="50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BECDFC6B-0742-962E-44A1-19C9C173BB2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0848" y="425303"/>
            <a:ext cx="11305217" cy="6007394"/>
          </a:xfrm>
          <a:prstGeom prst="rect">
            <a:avLst/>
          </a:prstGeom>
          <a:effectLst/>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33046"/>
            <a:ext cx="10571998" cy="3366198"/>
          </a:xfrm>
          <a:ln>
            <a:noFill/>
          </a:ln>
          <a:effectLst/>
        </p:spPr>
        <p:txBody>
          <a:bodyPr/>
          <a:lstStyle>
            <a:lvl1pPr algn="ctr">
              <a:defRPr sz="7200" b="1" spc="-300" baseline="0">
                <a:ln>
                  <a:noFill/>
                </a:ln>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3236985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ADBC817-DA57-A518-5544-0D3B819C7062}"/>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10" name="Graphic 9">
            <a:extLst>
              <a:ext uri="{FF2B5EF4-FFF2-40B4-BE49-F238E27FC236}">
                <a16:creationId xmlns:a16="http://schemas.microsoft.com/office/drawing/2014/main" id="{4873FFF3-C7B6-C678-1B03-17FBD0D5AC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6174" y="425303"/>
            <a:ext cx="5379242" cy="5983435"/>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944217" y="924167"/>
            <a:ext cx="4383156" cy="5009322"/>
          </a:xfrm>
          <a:solidFill>
            <a:schemeClr val="accent1">
              <a:lumMod val="50000"/>
            </a:schemeClr>
          </a:solidFill>
          <a:effectLst>
            <a:outerShdw blurRad="254000" dist="50800" dir="2700000" algn="ctr" rotWithShape="0">
              <a:prstClr val="black">
                <a:alpha val="25000"/>
              </a:prstClr>
            </a:outerShdw>
          </a:effectLst>
        </p:spPr>
        <p:txBody>
          <a:bodyPr anchor="ctr"/>
          <a:lstStyle>
            <a:lvl1pPr algn="ctr">
              <a:defRPr sz="3600" spc="0" baseline="0">
                <a:solidFill>
                  <a:schemeClr val="tx1"/>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6400800" y="924512"/>
            <a:ext cx="4750904" cy="5008977"/>
          </a:xfrm>
        </p:spPr>
        <p:txBody>
          <a:bodyPr/>
          <a:lstStyle>
            <a:lvl1pPr marL="0" indent="0">
              <a:buNone/>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543050" indent="-171450">
              <a:buFont typeface="Arial" panose="020B0604020202020204" pitchFamily="34" charset="0"/>
              <a:buChar char="•"/>
              <a:defRPr/>
            </a:lvl4pPr>
            <a:lvl5pPr marL="2000250" indent="-171450">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79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05E210-05B5-5EA1-C778-30BB3A4942D5}"/>
              </a:ext>
              <a:ext uri="{C183D7F6-B498-43B3-948B-1728B52AA6E4}">
                <adec:decorative xmlns:adec="http://schemas.microsoft.com/office/drawing/2017/decorative" val="1"/>
              </a:ext>
            </a:extLst>
          </p:cNvPr>
          <p:cNvSpPr/>
          <p:nvPr userDrawn="1"/>
        </p:nvSpPr>
        <p:spPr>
          <a:xfrm>
            <a:off x="435935" y="419987"/>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2" name="Picture 1">
            <a:extLst>
              <a:ext uri="{FF2B5EF4-FFF2-40B4-BE49-F238E27FC236}">
                <a16:creationId xmlns:a16="http://schemas.microsoft.com/office/drawing/2014/main" id="{28792193-1165-3487-6FB9-133CB518CE35}"/>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0924" y="-2235006"/>
            <a:ext cx="6010147" cy="11320132"/>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1741064"/>
            <a:ext cx="10571998" cy="1928264"/>
          </a:xfrm>
          <a:ln>
            <a:noFill/>
          </a:ln>
          <a:effectLst/>
        </p:spPr>
        <p:txBody>
          <a:bodyPr/>
          <a:lstStyle>
            <a:lvl1pPr algn="ctr">
              <a:defRPr sz="3600" spc="0" baseline="0">
                <a:ln>
                  <a:noFill/>
                </a:ln>
                <a:solidFill>
                  <a:schemeClr val="accent4">
                    <a:lumMod val="60000"/>
                    <a:lumOff val="40000"/>
                  </a:schemeClr>
                </a:solidFill>
                <a:effectLst/>
              </a:defRPr>
            </a:lvl1pPr>
          </a:lstStyle>
          <a:p>
            <a:r>
              <a:rPr lang="en-US" dirty="0"/>
              <a:t>Click to add title</a:t>
            </a:r>
          </a:p>
        </p:txBody>
      </p:sp>
      <p:sp>
        <p:nvSpPr>
          <p:cNvPr id="3" name="Subtitle 2"/>
          <p:cNvSpPr>
            <a:spLocks noGrp="1"/>
          </p:cNvSpPr>
          <p:nvPr>
            <p:ph type="subTitle" idx="1" hasCustomPrompt="1"/>
          </p:nvPr>
        </p:nvSpPr>
        <p:spPr>
          <a:xfrm>
            <a:off x="810000" y="3694102"/>
            <a:ext cx="10572000" cy="896468"/>
          </a:xfrm>
          <a:effectLst/>
        </p:spPr>
        <p:txBody>
          <a:bodyPr anchor="ctr">
            <a:normAutofit/>
          </a:bodyPr>
          <a:lstStyle>
            <a:lvl1pPr marL="0" indent="0" algn="ctr">
              <a:buNone/>
              <a:defRPr sz="18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3480000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1">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905615-9FD2-EBB3-89AB-555B373EBBEB}"/>
              </a:ext>
              <a:ext uri="{C183D7F6-B498-43B3-948B-1728B52AA6E4}">
                <adec:decorative xmlns:adec="http://schemas.microsoft.com/office/drawing/2017/decorative" val="1"/>
              </a:ext>
            </a:extLst>
          </p:cNvPr>
          <p:cNvSpPr/>
          <p:nvPr userDrawn="1"/>
        </p:nvSpPr>
        <p:spPr>
          <a:xfrm>
            <a:off x="4623955" y="414670"/>
            <a:ext cx="7132110" cy="601802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Rectangle 11">
            <a:extLst>
              <a:ext uri="{FF2B5EF4-FFF2-40B4-BE49-F238E27FC236}">
                <a16:creationId xmlns:a16="http://schemas.microsoft.com/office/drawing/2014/main" id="{E2B638DB-3E00-7F4B-D4B7-9D7F0905639D}"/>
              </a:ext>
              <a:ext uri="{C183D7F6-B498-43B3-948B-1728B52AA6E4}">
                <adec:decorative xmlns:adec="http://schemas.microsoft.com/office/drawing/2017/decorative" val="1"/>
              </a:ext>
            </a:extLst>
          </p:cNvPr>
          <p:cNvSpPr/>
          <p:nvPr userDrawn="1"/>
        </p:nvSpPr>
        <p:spPr>
          <a:xfrm>
            <a:off x="440459" y="420624"/>
            <a:ext cx="4183496" cy="6016752"/>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10EED07-CDD5-9244-28FA-5195E67951C1}"/>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35934" y="422551"/>
            <a:ext cx="4183495" cy="6010146"/>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50717" y="924339"/>
            <a:ext cx="3990110" cy="5009322"/>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3" name="Content Placeholder 9">
            <a:extLst>
              <a:ext uri="{FF2B5EF4-FFF2-40B4-BE49-F238E27FC236}">
                <a16:creationId xmlns:a16="http://schemas.microsoft.com/office/drawing/2014/main" id="{B5AB4E8D-8B32-8B00-8152-856C592BAB39}"/>
              </a:ext>
            </a:extLst>
          </p:cNvPr>
          <p:cNvSpPr>
            <a:spLocks noGrp="1"/>
          </p:cNvSpPr>
          <p:nvPr>
            <p:ph sz="quarter" idx="10" hasCustomPrompt="1"/>
          </p:nvPr>
        </p:nvSpPr>
        <p:spPr>
          <a:xfrm>
            <a:off x="5346793" y="924340"/>
            <a:ext cx="5684373" cy="5009322"/>
          </a:xfrm>
          <a:effectLst/>
        </p:spPr>
        <p:txBody>
          <a:bodyPr lIns="0" rIns="0" anchor="ctr"/>
          <a:lstStyle>
            <a:lvl1pPr marL="0" indent="0">
              <a:lnSpc>
                <a:spcPct val="150000"/>
              </a:lnSpc>
              <a:spcBef>
                <a:spcPts val="0"/>
              </a:spcBef>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1pPr>
            <a:lvl2pPr marL="4572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2pPr>
            <a:lvl3pPr marL="9144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3pPr>
            <a:lvl4pPr marL="13716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4pPr>
            <a:lvl5pPr marL="18288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37692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3">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4A700F-42CA-D7A9-D709-C0017521B294}"/>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rgbClr val="F9E0B9"/>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Graphic 7">
            <a:extLst>
              <a:ext uri="{FF2B5EF4-FFF2-40B4-BE49-F238E27FC236}">
                <a16:creationId xmlns:a16="http://schemas.microsoft.com/office/drawing/2014/main" id="{961DA139-D8FD-A752-758D-4F836DFB2524}"/>
              </a:ext>
              <a:ext uri="{C183D7F6-B498-43B3-948B-1728B52AA6E4}">
                <adec:decorative xmlns:adec="http://schemas.microsoft.com/office/drawing/2017/decorative" val="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rot="16200000" flipH="1">
            <a:off x="210940" y="1589892"/>
            <a:ext cx="5245922" cy="3667583"/>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485516" y="1433219"/>
            <a:ext cx="5695102" cy="2092049"/>
          </a:xfrm>
          <a:noFill/>
          <a:effectLst/>
        </p:spPr>
        <p:txBody>
          <a:bodyPr anchor="b"/>
          <a:lstStyle>
            <a:lvl1pPr algn="ctr">
              <a:defRPr sz="3600" spc="0" baseline="0">
                <a:solidFill>
                  <a:schemeClr val="accent1">
                    <a:lumMod val="50000"/>
                  </a:schemeClr>
                </a:solidFill>
                <a:effectLst/>
              </a:defRPr>
            </a:lvl1pPr>
          </a:lstStyle>
          <a:p>
            <a:r>
              <a:rPr lang="en-US" dirty="0"/>
              <a:t>Click to add title</a:t>
            </a:r>
          </a:p>
        </p:txBody>
      </p:sp>
      <p:sp>
        <p:nvSpPr>
          <p:cNvPr id="7" name="Picture Placeholder 6">
            <a:extLst>
              <a:ext uri="{FF2B5EF4-FFF2-40B4-BE49-F238E27FC236}">
                <a16:creationId xmlns:a16="http://schemas.microsoft.com/office/drawing/2014/main" id="{C96F37D4-7152-EA75-8D7D-D8F7D6DD9C4C}"/>
              </a:ext>
            </a:extLst>
          </p:cNvPr>
          <p:cNvSpPr>
            <a:spLocks noGrp="1"/>
          </p:cNvSpPr>
          <p:nvPr>
            <p:ph type="pic" sz="quarter" idx="11"/>
          </p:nvPr>
        </p:nvSpPr>
        <p:spPr>
          <a:xfrm>
            <a:off x="1350099" y="1974707"/>
            <a:ext cx="2907792" cy="2907792"/>
          </a:xfrm>
          <a:solidFill>
            <a:srgbClr val="F9E0B9"/>
          </a:solidFill>
          <a:effectLst/>
        </p:spPr>
        <p:txBody>
          <a:bodyPr anchor="t"/>
          <a:lstStyle>
            <a:lvl1pPr marL="0" indent="0" algn="ctr">
              <a:buNone/>
              <a:defRPr>
                <a:solidFill>
                  <a:schemeClr val="accent1">
                    <a:lumMod val="50000"/>
                  </a:schemeClr>
                </a:solidFill>
              </a:defRPr>
            </a:lvl1pPr>
          </a:lstStyle>
          <a:p>
            <a:r>
              <a:rPr lang="en-US"/>
              <a:t>Click icon to add picture</a:t>
            </a:r>
            <a:endParaRPr lang="en-US" dirty="0"/>
          </a:p>
        </p:txBody>
      </p:sp>
      <p:sp>
        <p:nvSpPr>
          <p:cNvPr id="3" name="Content Placeholder 9">
            <a:extLst>
              <a:ext uri="{FF2B5EF4-FFF2-40B4-BE49-F238E27FC236}">
                <a16:creationId xmlns:a16="http://schemas.microsoft.com/office/drawing/2014/main" id="{AFBE5B12-0D10-DA99-093A-2C4FB738B21C}"/>
              </a:ext>
            </a:extLst>
          </p:cNvPr>
          <p:cNvSpPr>
            <a:spLocks noGrp="1"/>
          </p:cNvSpPr>
          <p:nvPr>
            <p:ph sz="quarter" idx="10" hasCustomPrompt="1"/>
          </p:nvPr>
        </p:nvSpPr>
        <p:spPr>
          <a:xfrm>
            <a:off x="5496789" y="3525268"/>
            <a:ext cx="5683829" cy="2595429"/>
          </a:xfrm>
          <a:effectLst/>
        </p:spPr>
        <p:txBody>
          <a:bodyPr anchor="t"/>
          <a:lstStyle>
            <a:lvl1pPr marL="0" indent="0" algn="ctr">
              <a:lnSpc>
                <a:spcPct val="150000"/>
              </a:lnSpc>
              <a:spcBef>
                <a:spcPts val="0"/>
              </a:spcBef>
              <a:buNone/>
              <a:defRPr b="1">
                <a:solidFill>
                  <a:schemeClr val="accent1">
                    <a:lumMod val="50000"/>
                  </a:schemeClr>
                </a:solidFill>
              </a:defRPr>
            </a:lvl1pPr>
            <a:lvl2pPr algn="ctr">
              <a:buClr>
                <a:schemeClr val="accent1">
                  <a:lumMod val="50000"/>
                </a:schemeClr>
              </a:buClr>
              <a:defRPr>
                <a:solidFill>
                  <a:schemeClr val="accent1">
                    <a:lumMod val="50000"/>
                  </a:schemeClr>
                </a:solidFill>
              </a:defRPr>
            </a:lvl2pPr>
            <a:lvl3pPr algn="ctr">
              <a:buClr>
                <a:schemeClr val="accent1">
                  <a:lumMod val="50000"/>
                </a:schemeClr>
              </a:buClr>
              <a:defRPr>
                <a:solidFill>
                  <a:schemeClr val="accent1">
                    <a:lumMod val="50000"/>
                  </a:schemeClr>
                </a:solidFill>
              </a:defRPr>
            </a:lvl3pPr>
            <a:lvl4pPr algn="ctr">
              <a:buClr>
                <a:schemeClr val="accent1">
                  <a:lumMod val="50000"/>
                </a:schemeClr>
              </a:buClr>
              <a:defRPr>
                <a:solidFill>
                  <a:schemeClr val="accent1">
                    <a:lumMod val="50000"/>
                  </a:schemeClr>
                </a:solidFill>
              </a:defRPr>
            </a:lvl4pPr>
            <a:lvl5pPr algn="ctr">
              <a:buClr>
                <a:schemeClr val="accent1">
                  <a:lumMod val="50000"/>
                </a:schemeClr>
              </a:buCl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9950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633845"/>
            <a:ext cx="3990110" cy="219248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7" name="Content Placeholder 6">
            <a:extLst>
              <a:ext uri="{FF2B5EF4-FFF2-40B4-BE49-F238E27FC236}">
                <a16:creationId xmlns:a16="http://schemas.microsoft.com/office/drawing/2014/main" id="{B15614EF-4CFA-2D69-0F78-9D7409E2337E}"/>
              </a:ext>
            </a:extLst>
          </p:cNvPr>
          <p:cNvSpPr>
            <a:spLocks noGrp="1"/>
          </p:cNvSpPr>
          <p:nvPr>
            <p:ph sz="quarter" idx="11" hasCustomPrompt="1"/>
          </p:nvPr>
        </p:nvSpPr>
        <p:spPr>
          <a:xfrm>
            <a:off x="747423" y="3174531"/>
            <a:ext cx="3772622" cy="3122360"/>
          </a:xfrm>
          <a:effectLst/>
        </p:spPr>
        <p:txBody>
          <a:bodyPr rIns="274320" anchor="t"/>
          <a:lstStyle>
            <a:lvl1pPr marL="283464" indent="-283464">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237732" y="946205"/>
            <a:ext cx="5971020" cy="5161655"/>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164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roduction 2">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3E625C-F0A4-564D-CEE2-6B3595CEB038}"/>
              </a:ext>
              <a:ext uri="{C183D7F6-B498-43B3-948B-1728B52AA6E4}">
                <adec:decorative xmlns:adec="http://schemas.microsoft.com/office/drawing/2017/decorative" val="1"/>
              </a:ext>
            </a:extLst>
          </p:cNvPr>
          <p:cNvSpPr/>
          <p:nvPr userDrawn="1"/>
        </p:nvSpPr>
        <p:spPr>
          <a:xfrm>
            <a:off x="5961889" y="0"/>
            <a:ext cx="6230111"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5997EA3E-49E5-518D-63DB-0BD43D3ACFCD}"/>
              </a:ext>
            </a:extLst>
          </p:cNvPr>
          <p:cNvSpPr>
            <a:spLocks noGrp="1"/>
          </p:cNvSpPr>
          <p:nvPr>
            <p:ph type="title"/>
          </p:nvPr>
        </p:nvSpPr>
        <p:spPr>
          <a:xfrm>
            <a:off x="6651097" y="422551"/>
            <a:ext cx="4851694" cy="563930"/>
          </a:xfrm>
          <a:noFill/>
          <a:effectLst/>
        </p:spPr>
        <p:txBody>
          <a:bodyPr anchor="b"/>
          <a:lstStyle>
            <a:lvl1pPr algn="l">
              <a:defRPr sz="3600" spc="0" baseline="0">
                <a:solidFill>
                  <a:schemeClr val="accent1">
                    <a:lumMod val="50000"/>
                  </a:schemeClr>
                </a:solidFill>
                <a:effectLst/>
              </a:defRPr>
            </a:lvl1pPr>
          </a:lstStyle>
          <a:p>
            <a:endParaRPr lang="en-US" dirty="0"/>
          </a:p>
        </p:txBody>
      </p:sp>
      <p:sp>
        <p:nvSpPr>
          <p:cNvPr id="3" name="Rectangle 2">
            <a:extLst>
              <a:ext uri="{FF2B5EF4-FFF2-40B4-BE49-F238E27FC236}">
                <a16:creationId xmlns:a16="http://schemas.microsoft.com/office/drawing/2014/main" id="{BB4D8C78-00C3-F3D7-17C3-F1667E463E12}"/>
              </a:ext>
              <a:ext uri="{C183D7F6-B498-43B3-948B-1728B52AA6E4}">
                <adec:decorative xmlns:adec="http://schemas.microsoft.com/office/drawing/2017/decorative" val="1"/>
              </a:ext>
            </a:extLst>
          </p:cNvPr>
          <p:cNvSpPr/>
          <p:nvPr userDrawn="1"/>
        </p:nvSpPr>
        <p:spPr>
          <a:xfrm>
            <a:off x="150920" y="422551"/>
            <a:ext cx="5679695"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c</a:t>
            </a:r>
          </a:p>
        </p:txBody>
      </p:sp>
      <p:pic>
        <p:nvPicPr>
          <p:cNvPr id="4" name="Graphic 3">
            <a:extLst>
              <a:ext uri="{FF2B5EF4-FFF2-40B4-BE49-F238E27FC236}">
                <a16:creationId xmlns:a16="http://schemas.microsoft.com/office/drawing/2014/main" id="{F13E61FD-F54A-5F86-FCED-3BD4C8AA42E7}"/>
              </a:ext>
              <a:ext uri="{C183D7F6-B498-43B3-948B-1728B52AA6E4}">
                <adec:decorative xmlns:adec="http://schemas.microsoft.com/office/drawing/2017/decorative" val="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flipH="1">
            <a:off x="221941" y="3429000"/>
            <a:ext cx="5608672" cy="2780414"/>
          </a:xfrm>
          <a:prstGeom prst="rect">
            <a:avLst/>
          </a:prstGeom>
        </p:spPr>
      </p:pic>
      <p:sp>
        <p:nvSpPr>
          <p:cNvPr id="6" name="Rectangle 5">
            <a:extLst>
              <a:ext uri="{FF2B5EF4-FFF2-40B4-BE49-F238E27FC236}">
                <a16:creationId xmlns:a16="http://schemas.microsoft.com/office/drawing/2014/main" id="{A9F0290F-2D31-F9FB-AD35-B76947AF146F}"/>
              </a:ext>
              <a:ext uri="{C183D7F6-B498-43B3-948B-1728B52AA6E4}">
                <adec:decorative xmlns:adec="http://schemas.microsoft.com/office/drawing/2017/decorative" val="1"/>
              </a:ext>
            </a:extLst>
          </p:cNvPr>
          <p:cNvSpPr/>
          <p:nvPr userDrawn="1"/>
        </p:nvSpPr>
        <p:spPr>
          <a:xfrm>
            <a:off x="407365" y="648586"/>
            <a:ext cx="5166804" cy="5560828"/>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6267634" y="1313894"/>
            <a:ext cx="5773445" cy="5403519"/>
          </a:xfrm>
          <a:effectLst/>
        </p:spPr>
        <p:txBody>
          <a:bodyPr anchor="t"/>
          <a:lstStyle>
            <a:lvl1pPr marL="0" indent="0">
              <a:lnSpc>
                <a:spcPct val="150000"/>
              </a:lnSpc>
              <a:spcBef>
                <a:spcPts val="0"/>
              </a:spcBef>
              <a:spcAft>
                <a:spcPts val="0"/>
              </a:spcAft>
              <a:buClr>
                <a:schemeClr val="accent1">
                  <a:lumMod val="50000"/>
                </a:schemeClr>
              </a:buClr>
              <a:buFont typeface="Arial" panose="020B0604020202020204" pitchFamily="34" charset="0"/>
              <a:buNone/>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marL="285750" marR="0" lvl="0" indent="-285750" algn="l" defTabSz="457200" rtl="0" eaLnBrk="1" fontAlgn="auto" latinLnBrk="0" hangingPunct="1">
              <a:lnSpc>
                <a:spcPct val="150000"/>
              </a:lnSpc>
              <a:spcBef>
                <a:spcPts val="0"/>
              </a:spcBef>
              <a:spcAft>
                <a:spcPts val="0"/>
              </a:spcAft>
              <a:buClr>
                <a:schemeClr val="accent1">
                  <a:lumMod val="50000"/>
                </a:schemeClr>
              </a:buClr>
              <a:buSzTx/>
              <a:buFont typeface="Arial" panose="020B0604020202020204" pitchFamily="34" charset="0"/>
              <a:buChar char="•"/>
              <a:tabLst/>
              <a:defRPr/>
            </a:pPr>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Placeholder 18">
            <a:extLst>
              <a:ext uri="{FF2B5EF4-FFF2-40B4-BE49-F238E27FC236}">
                <a16:creationId xmlns:a16="http://schemas.microsoft.com/office/drawing/2014/main" id="{9CB94828-25FF-38D3-133D-E3429CF85987}"/>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t="14" b="14"/>
          <a:stretch/>
        </p:blipFill>
        <p:spPr>
          <a:xfrm>
            <a:off x="412751" y="652462"/>
            <a:ext cx="5161418" cy="5553075"/>
          </a:xfrm>
          <a:prstGeom prst="rect">
            <a:avLst/>
          </a:prstGeom>
          <a:effectLst/>
        </p:spPr>
      </p:pic>
    </p:spTree>
    <p:extLst>
      <p:ext uri="{BB962C8B-B14F-4D97-AF65-F5344CB8AC3E}">
        <p14:creationId xmlns:p14="http://schemas.microsoft.com/office/powerpoint/2010/main" val="53668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4">
    <p:bg>
      <p:bgPr>
        <a:solidFill>
          <a:schemeClr val="accent1">
            <a:lumMod val="5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DB3CB-355C-968A-7F5F-71E0350408BA}"/>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2" y="0"/>
            <a:ext cx="12192001" cy="6858000"/>
          </a:xfrm>
          <a:prstGeom prst="rect">
            <a:avLst/>
          </a:prstGeom>
        </p:spPr>
      </p:pic>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315067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3562351" y="422551"/>
            <a:ext cx="8217972"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924339"/>
            <a:ext cx="2908590" cy="500932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cxnSp>
        <p:nvCxnSpPr>
          <p:cNvPr id="5" name="Straight Connector 4">
            <a:extLst>
              <a:ext uri="{FF2B5EF4-FFF2-40B4-BE49-F238E27FC236}">
                <a16:creationId xmlns:a16="http://schemas.microsoft.com/office/drawing/2014/main" id="{A087279F-936E-0F41-B533-7990D668D7CF}"/>
              </a:ext>
              <a:ext uri="{C183D7F6-B498-43B3-948B-1728B52AA6E4}">
                <adec:decorative xmlns:adec="http://schemas.microsoft.com/office/drawing/2017/decorative" val="1"/>
              </a:ext>
            </a:extLst>
          </p:cNvPr>
          <p:cNvCxnSpPr>
            <a:cxnSpLocks/>
          </p:cNvCxnSpPr>
          <p:nvPr userDrawn="1"/>
        </p:nvCxnSpPr>
        <p:spPr>
          <a:xfrm flipV="1">
            <a:off x="3716855" y="604837"/>
            <a:ext cx="0" cy="5648325"/>
          </a:xfrm>
          <a:prstGeom prst="line">
            <a:avLst/>
          </a:prstGeom>
          <a:ln w="1905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9">
            <a:extLst>
              <a:ext uri="{FF2B5EF4-FFF2-40B4-BE49-F238E27FC236}">
                <a16:creationId xmlns:a16="http://schemas.microsoft.com/office/drawing/2014/main" id="{CDD03AA1-6D53-FEB1-9B22-57C1066DA336}"/>
              </a:ext>
            </a:extLst>
          </p:cNvPr>
          <p:cNvSpPr>
            <a:spLocks noGrp="1"/>
          </p:cNvSpPr>
          <p:nvPr>
            <p:ph sz="quarter" idx="11" hasCustomPrompt="1"/>
          </p:nvPr>
        </p:nvSpPr>
        <p:spPr>
          <a:xfrm>
            <a:off x="3974030" y="604837"/>
            <a:ext cx="7357115" cy="5380005"/>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9371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85800"/>
            <a:ext cx="10571998" cy="2983528"/>
          </a:xfrm>
          <a:effectLst/>
        </p:spPr>
        <p:txBody>
          <a:bodyPr/>
          <a:lstStyle>
            <a:lvl1pPr algn="ctr">
              <a:defRPr sz="3600" spc="0" baseline="0">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4023403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1">
            <a:lumMod val="50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2B799F-04B8-4A62-EB7D-F17311231B8E}"/>
              </a:ext>
              <a:ext uri="{C183D7F6-B498-43B3-948B-1728B52AA6E4}">
                <adec:decorative xmlns:adec="http://schemas.microsoft.com/office/drawing/2017/decorative" val="1"/>
              </a:ext>
            </a:extLst>
          </p:cNvPr>
          <p:cNvSpPr/>
          <p:nvPr userDrawn="1"/>
        </p:nvSpPr>
        <p:spPr>
          <a:xfrm>
            <a:off x="7556500" y="0"/>
            <a:ext cx="4635500"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7" name="Rectangle 6">
            <a:extLst>
              <a:ext uri="{FF2B5EF4-FFF2-40B4-BE49-F238E27FC236}">
                <a16:creationId xmlns:a16="http://schemas.microsoft.com/office/drawing/2014/main" id="{08F310BE-5861-E73D-5979-D11A971516CF}"/>
              </a:ext>
              <a:ext uri="{C183D7F6-B498-43B3-948B-1728B52AA6E4}">
                <adec:decorative xmlns:adec="http://schemas.microsoft.com/office/drawing/2017/decorative" val="1"/>
              </a:ext>
            </a:extLst>
          </p:cNvPr>
          <p:cNvSpPr/>
          <p:nvPr userDrawn="1"/>
        </p:nvSpPr>
        <p:spPr>
          <a:xfrm>
            <a:off x="500270" y="487680"/>
            <a:ext cx="6482080" cy="5902960"/>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Picture 7">
            <a:extLst>
              <a:ext uri="{FF2B5EF4-FFF2-40B4-BE49-F238E27FC236}">
                <a16:creationId xmlns:a16="http://schemas.microsoft.com/office/drawing/2014/main" id="{AA12F5E6-EC22-5E10-94FB-5E546A7B912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95630" y="477518"/>
            <a:ext cx="6482079" cy="5913121"/>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036952" y="477518"/>
            <a:ext cx="3829465" cy="2693887"/>
          </a:xfrm>
          <a:noFill/>
          <a:effectLst/>
        </p:spPr>
        <p:txBody>
          <a:bodyPr anchor="b"/>
          <a:lstStyle>
            <a:lvl1pPr algn="l">
              <a:defRPr sz="3600" spc="0" baseline="0">
                <a:solidFill>
                  <a:schemeClr val="accent1">
                    <a:lumMod val="50000"/>
                  </a:schemeClr>
                </a:solidFill>
                <a:effectLst/>
              </a:defRPr>
            </a:lvl1pPr>
          </a:lstStyle>
          <a:p>
            <a:r>
              <a:rPr lang="en-US" dirty="0"/>
              <a:t>Click to add title</a:t>
            </a:r>
          </a:p>
        </p:txBody>
      </p:sp>
      <p:sp>
        <p:nvSpPr>
          <p:cNvPr id="13" name="Table Placeholder 12">
            <a:extLst>
              <a:ext uri="{FF2B5EF4-FFF2-40B4-BE49-F238E27FC236}">
                <a16:creationId xmlns:a16="http://schemas.microsoft.com/office/drawing/2014/main" id="{14BBA88A-FAA8-CE13-2A76-BF8B014AE343}"/>
              </a:ext>
            </a:extLst>
          </p:cNvPr>
          <p:cNvSpPr>
            <a:spLocks noGrp="1"/>
          </p:cNvSpPr>
          <p:nvPr>
            <p:ph type="tbl" sz="quarter" idx="11"/>
          </p:nvPr>
        </p:nvSpPr>
        <p:spPr>
          <a:xfrm>
            <a:off x="952500" y="909638"/>
            <a:ext cx="5578475" cy="5038725"/>
          </a:xfrm>
        </p:spPr>
        <p:txBody>
          <a:bodyPr anchor="t"/>
          <a:lstStyle>
            <a:lvl1pPr marL="0" indent="0" algn="ctr">
              <a:buNone/>
              <a:defRPr/>
            </a:lvl1pPr>
          </a:lstStyle>
          <a:p>
            <a:r>
              <a:rPr lang="en-US"/>
              <a:t>Click icon to add table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8036953" y="3449781"/>
            <a:ext cx="3829465" cy="2940860"/>
          </a:xfrm>
          <a:effectLst/>
        </p:spPr>
        <p:txBody>
          <a:bodyPr anchor="t"/>
          <a:lstStyle>
            <a:lvl1pPr marL="2857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81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488373" y="571501"/>
            <a:ext cx="11139054" cy="1028699"/>
          </a:xfrm>
          <a:effectLst/>
        </p:spPr>
        <p:txBody>
          <a:bodyPr anchor="ctr"/>
          <a:lstStyle>
            <a:lvl1pPr algn="ctr">
              <a:defRPr sz="3600" spc="0" baseline="0">
                <a:solidFill>
                  <a:schemeClr val="tx1"/>
                </a:solidFill>
                <a:effectLst/>
              </a:defRPr>
            </a:lvl1pPr>
          </a:lstStyle>
          <a:p>
            <a:r>
              <a:rPr lang="en-US" dirty="0"/>
              <a:t>Click to add title</a:t>
            </a:r>
          </a:p>
        </p:txBody>
      </p:sp>
      <p:sp>
        <p:nvSpPr>
          <p:cNvPr id="11" name="Table Placeholder 10">
            <a:extLst>
              <a:ext uri="{FF2B5EF4-FFF2-40B4-BE49-F238E27FC236}">
                <a16:creationId xmlns:a16="http://schemas.microsoft.com/office/drawing/2014/main" id="{E10735F5-6B7D-348D-AC70-8BC10CB5F70A}"/>
              </a:ext>
            </a:extLst>
          </p:cNvPr>
          <p:cNvSpPr>
            <a:spLocks noGrp="1"/>
          </p:cNvSpPr>
          <p:nvPr>
            <p:ph type="tbl" sz="quarter" idx="10"/>
          </p:nvPr>
        </p:nvSpPr>
        <p:spPr>
          <a:xfrm>
            <a:off x="838200" y="1860550"/>
            <a:ext cx="10515600" cy="4198938"/>
          </a:xfrm>
        </p:spPr>
        <p:txBody>
          <a:bodyPr anchor="t"/>
          <a:lstStyle>
            <a:lvl1pPr marL="0" indent="0" algn="ctr">
              <a:buNone/>
              <a:defRPr/>
            </a:lvl1pPr>
          </a:lstStyle>
          <a:p>
            <a:r>
              <a:rPr lang="en-US"/>
              <a:t>Click icon to add table</a:t>
            </a:r>
            <a:endParaRPr lang="en-US" dirty="0"/>
          </a:p>
        </p:txBody>
      </p:sp>
    </p:spTree>
    <p:extLst>
      <p:ext uri="{BB962C8B-B14F-4D97-AF65-F5344CB8AC3E}">
        <p14:creationId xmlns:p14="http://schemas.microsoft.com/office/powerpoint/2010/main" val="1912634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lumMod val="5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FDAFCA1-BDD9-1108-8F95-E3FC1A7935C1}"/>
              </a:ext>
              <a:ext uri="{C183D7F6-B498-43B3-948B-1728B52AA6E4}">
                <adec:decorative xmlns:adec="http://schemas.microsoft.com/office/drawing/2017/decorative" val="1"/>
              </a:ext>
            </a:extLst>
          </p:cNvPr>
          <p:cNvGrpSpPr/>
          <p:nvPr userDrawn="1"/>
        </p:nvGrpSpPr>
        <p:grpSpPr>
          <a:xfrm rot="10800000">
            <a:off x="0" y="0"/>
            <a:ext cx="11532896" cy="6858000"/>
            <a:chOff x="659106" y="0"/>
            <a:chExt cx="11532896" cy="6858000"/>
          </a:xfrm>
        </p:grpSpPr>
        <p:sp>
          <p:nvSpPr>
            <p:cNvPr id="3" name="Rectangle 2">
              <a:extLst>
                <a:ext uri="{FF2B5EF4-FFF2-40B4-BE49-F238E27FC236}">
                  <a16:creationId xmlns:a16="http://schemas.microsoft.com/office/drawing/2014/main" id="{E4BFDB24-6BE4-2FC0-F772-DC1DE926E485}"/>
                </a:ext>
              </a:extLst>
            </p:cNvPr>
            <p:cNvSpPr/>
            <p:nvPr/>
          </p:nvSpPr>
          <p:spPr>
            <a:xfrm>
              <a:off x="5995086" y="0"/>
              <a:ext cx="6196916"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Graphic 3">
              <a:extLst>
                <a:ext uri="{FF2B5EF4-FFF2-40B4-BE49-F238E27FC236}">
                  <a16:creationId xmlns:a16="http://schemas.microsoft.com/office/drawing/2014/main" id="{131EABEA-AB8A-5E4C-A6DD-8F32B70E90A3}"/>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flipH="1">
              <a:off x="659106" y="1956391"/>
              <a:ext cx="4878094" cy="2780414"/>
            </a:xfrm>
            <a:prstGeom prst="rect">
              <a:avLst/>
            </a:prstGeom>
          </p:spPr>
        </p:pic>
        <p:sp>
          <p:nvSpPr>
            <p:cNvPr id="5" name="Rectangle 4">
              <a:extLst>
                <a:ext uri="{FF2B5EF4-FFF2-40B4-BE49-F238E27FC236}">
                  <a16:creationId xmlns:a16="http://schemas.microsoft.com/office/drawing/2014/main" id="{D2279AAC-0D81-D3CD-3F0F-E8CEE0F56D43}"/>
                </a:ext>
              </a:extLst>
            </p:cNvPr>
            <p:cNvSpPr/>
            <p:nvPr/>
          </p:nvSpPr>
          <p:spPr>
            <a:xfrm>
              <a:off x="132830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617542" y="132080"/>
            <a:ext cx="4928894" cy="6507711"/>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1" name="Picture Placeholder 10">
            <a:extLst>
              <a:ext uri="{FF2B5EF4-FFF2-40B4-BE49-F238E27FC236}">
                <a16:creationId xmlns:a16="http://schemas.microsoft.com/office/drawing/2014/main" id="{E0720B2D-C199-57FA-9453-DBFB607BA983}"/>
              </a:ext>
            </a:extLst>
          </p:cNvPr>
          <p:cNvSpPr>
            <a:spLocks noGrp="1"/>
          </p:cNvSpPr>
          <p:nvPr>
            <p:ph type="pic" sz="quarter" idx="10"/>
          </p:nvPr>
        </p:nvSpPr>
        <p:spPr>
          <a:xfrm>
            <a:off x="7429500" y="992188"/>
            <a:ext cx="3425825" cy="5018087"/>
          </a:xfrm>
        </p:spPr>
        <p:txBody>
          <a:bodyPr anchor="t"/>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3159858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Columns">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11222B-29F6-BF2A-09DE-82F659638940}"/>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3" name="Rectangle 2">
            <a:extLst>
              <a:ext uri="{FF2B5EF4-FFF2-40B4-BE49-F238E27FC236}">
                <a16:creationId xmlns:a16="http://schemas.microsoft.com/office/drawing/2014/main" id="{B035F993-EADB-1C5A-7158-41E510B706E0}"/>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4" name="Rectangle 3">
            <a:extLst>
              <a:ext uri="{FF2B5EF4-FFF2-40B4-BE49-F238E27FC236}">
                <a16:creationId xmlns:a16="http://schemas.microsoft.com/office/drawing/2014/main" id="{AB12E34E-DBAF-BA5D-15D9-E69A05535785}"/>
              </a:ext>
              <a:ext uri="{C183D7F6-B498-43B3-948B-1728B52AA6E4}">
                <adec:decorative xmlns:adec="http://schemas.microsoft.com/office/drawing/2017/decorative" val="1"/>
              </a:ext>
            </a:extLst>
          </p:cNvPr>
          <p:cNvSpPr/>
          <p:nvPr userDrawn="1"/>
        </p:nvSpPr>
        <p:spPr>
          <a:xfrm>
            <a:off x="381000" y="1889759"/>
            <a:ext cx="11424920" cy="454293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571499"/>
            <a:ext cx="11118274" cy="1154114"/>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5" name="Content Placeholder 9">
            <a:extLst>
              <a:ext uri="{FF2B5EF4-FFF2-40B4-BE49-F238E27FC236}">
                <a16:creationId xmlns:a16="http://schemas.microsoft.com/office/drawing/2014/main" id="{0BF6A552-CE6A-3977-8507-74A1C4C4B5A0}"/>
              </a:ext>
            </a:extLst>
          </p:cNvPr>
          <p:cNvSpPr>
            <a:spLocks noGrp="1"/>
          </p:cNvSpPr>
          <p:nvPr>
            <p:ph sz="quarter" idx="17" hasCustomPrompt="1"/>
          </p:nvPr>
        </p:nvSpPr>
        <p:spPr>
          <a:xfrm>
            <a:off x="841667" y="2461056"/>
            <a:ext cx="3626424" cy="3721535"/>
          </a:xfrm>
          <a:effectLst/>
        </p:spPr>
        <p:txBody>
          <a:bodyPr anchor="t">
            <a:normAutofit/>
          </a:bodyPr>
          <a:lstStyle>
            <a:lvl1pPr marL="285750" indent="-285750">
              <a:lnSpc>
                <a:spcPct val="120000"/>
              </a:lnSpc>
              <a:spcBef>
                <a:spcPts val="600"/>
              </a:spcBef>
              <a:spcAft>
                <a:spcPts val="1200"/>
              </a:spcAft>
              <a:buClr>
                <a:schemeClr val="accent1">
                  <a:lumMod val="50000"/>
                </a:schemeClr>
              </a:buClr>
              <a:buFont typeface="Arial" panose="020B0604020202020204" pitchFamily="34" charset="0"/>
              <a:buChar char="•"/>
              <a:defRPr sz="1800">
                <a:solidFill>
                  <a:schemeClr val="accent1">
                    <a:lumMod val="50000"/>
                  </a:schemeClr>
                </a:solidFill>
              </a:defRPr>
            </a:lvl1pPr>
            <a:lvl2pPr marL="742950" indent="-285750">
              <a:lnSpc>
                <a:spcPct val="120000"/>
              </a:lnSpc>
              <a:spcAft>
                <a:spcPts val="1200"/>
              </a:spcAft>
              <a:buClr>
                <a:schemeClr val="accent1">
                  <a:lumMod val="50000"/>
                </a:schemeClr>
              </a:buClr>
              <a:buFont typeface="Arial" panose="020B0604020202020204" pitchFamily="34" charset="0"/>
              <a:buChar char="•"/>
              <a:defRPr sz="1600">
                <a:solidFill>
                  <a:schemeClr val="accent1">
                    <a:lumMod val="50000"/>
                  </a:schemeClr>
                </a:solidFill>
              </a:defRPr>
            </a:lvl2pPr>
            <a:lvl3pPr marL="1143000" indent="-228600">
              <a:lnSpc>
                <a:spcPct val="120000"/>
              </a:lnSpc>
              <a:spcAft>
                <a:spcPts val="1200"/>
              </a:spcAft>
              <a:buClr>
                <a:schemeClr val="accent1">
                  <a:lumMod val="50000"/>
                </a:schemeClr>
              </a:buClr>
              <a:buFont typeface="Arial" panose="020B0604020202020204" pitchFamily="34" charset="0"/>
              <a:buChar char="•"/>
              <a:defRPr sz="1400">
                <a:solidFill>
                  <a:schemeClr val="accent1">
                    <a:lumMod val="50000"/>
                  </a:schemeClr>
                </a:solidFill>
              </a:defRPr>
            </a:lvl3pPr>
            <a:lvl4pPr marL="16002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4pPr>
            <a:lvl5pPr marL="20574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4C80689F-A123-F6D7-2AA8-9166317EF424}"/>
              </a:ext>
            </a:extLst>
          </p:cNvPr>
          <p:cNvSpPr>
            <a:spLocks noGrp="1"/>
          </p:cNvSpPr>
          <p:nvPr>
            <p:ph sz="quarter" idx="18" hasCustomPrompt="1"/>
          </p:nvPr>
        </p:nvSpPr>
        <p:spPr>
          <a:xfrm>
            <a:off x="5995282" y="2440275"/>
            <a:ext cx="5164553" cy="3721534"/>
          </a:xfrm>
          <a:effectLst/>
        </p:spPr>
        <p:txBody>
          <a:bodyPr anchor="t">
            <a:normAutofit/>
          </a:bodyPr>
          <a:lstStyle>
            <a:lvl1pPr marL="342900" indent="-342900">
              <a:lnSpc>
                <a:spcPct val="120000"/>
              </a:lnSpc>
              <a:spcBef>
                <a:spcPts val="600"/>
              </a:spcBef>
              <a:spcAft>
                <a:spcPts val="600"/>
              </a:spcAft>
              <a:buClr>
                <a:schemeClr val="accent1">
                  <a:lumMod val="50000"/>
                </a:schemeClr>
              </a:buClr>
              <a:buFont typeface="+mj-lt"/>
              <a:buAutoNum type="arabicPeriod"/>
              <a:defRPr sz="1800" b="1">
                <a:solidFill>
                  <a:schemeClr val="accent1">
                    <a:lumMod val="50000"/>
                  </a:schemeClr>
                </a:solidFill>
              </a:defRPr>
            </a:lvl1pPr>
            <a:lvl2pPr marL="347472" indent="0">
              <a:lnSpc>
                <a:spcPct val="120000"/>
              </a:lnSpc>
              <a:spcBef>
                <a:spcPts val="0"/>
              </a:spcBef>
              <a:spcAft>
                <a:spcPts val="600"/>
              </a:spcAft>
              <a:buClr>
                <a:schemeClr val="accent1">
                  <a:lumMod val="50000"/>
                </a:schemeClr>
              </a:buClr>
              <a:buNone/>
              <a:defRPr sz="1800">
                <a:solidFill>
                  <a:schemeClr val="accent1">
                    <a:lumMod val="50000"/>
                  </a:schemeClr>
                </a:solidFill>
              </a:defRPr>
            </a:lvl2pPr>
            <a:lvl3pPr marL="914400" indent="0">
              <a:lnSpc>
                <a:spcPct val="120000"/>
              </a:lnSpc>
              <a:spcAft>
                <a:spcPts val="600"/>
              </a:spcAft>
              <a:buClr>
                <a:schemeClr val="accent1">
                  <a:lumMod val="50000"/>
                </a:schemeClr>
              </a:buClr>
              <a:buNone/>
              <a:defRPr sz="1800">
                <a:solidFill>
                  <a:schemeClr val="accent1">
                    <a:lumMod val="50000"/>
                  </a:schemeClr>
                </a:solidFill>
              </a:defRPr>
            </a:lvl3pPr>
            <a:lvl4pPr marL="1371600" indent="0">
              <a:lnSpc>
                <a:spcPct val="120000"/>
              </a:lnSpc>
              <a:spcAft>
                <a:spcPts val="600"/>
              </a:spcAft>
              <a:buClr>
                <a:schemeClr val="accent1">
                  <a:lumMod val="50000"/>
                </a:schemeClr>
              </a:buClr>
              <a:buNone/>
              <a:defRPr sz="1800">
                <a:solidFill>
                  <a:schemeClr val="accent1">
                    <a:lumMod val="50000"/>
                  </a:schemeClr>
                </a:solidFill>
              </a:defRPr>
            </a:lvl4pPr>
            <a:lvl5pPr marL="1828800" indent="0">
              <a:lnSpc>
                <a:spcPct val="120000"/>
              </a:lnSpc>
              <a:spcAft>
                <a:spcPts val="600"/>
              </a:spcAft>
              <a:buClr>
                <a:schemeClr val="accent1">
                  <a:lumMod val="50000"/>
                </a:schemeClr>
              </a:buClr>
              <a:buNone/>
              <a:defRPr sz="18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8202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
    <p:bg>
      <p:bgPr>
        <a:solidFill>
          <a:schemeClr val="accent1">
            <a:lumMod val="5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F4DCF8-BA15-AB79-2D14-040F5A063B79}"/>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a:extLst>
              <a:ext uri="{FF2B5EF4-FFF2-40B4-BE49-F238E27FC236}">
                <a16:creationId xmlns:a16="http://schemas.microsoft.com/office/drawing/2014/main" id="{5ED22DD7-291D-E347-8A4C-07E31E68133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2299" y="-2231063"/>
            <a:ext cx="6007395" cy="11320129"/>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770660" y="1017858"/>
            <a:ext cx="10650681" cy="2719255"/>
          </a:xfrm>
          <a:noFill/>
          <a:effectLst/>
        </p:spPr>
        <p:txBody>
          <a:bodyPr anchor="b"/>
          <a:lstStyle>
            <a:lvl1pPr algn="ctr">
              <a:defRPr sz="7200" spc="-300" baseline="0">
                <a:solidFill>
                  <a:schemeClr val="accent4">
                    <a:lumMod val="60000"/>
                    <a:lumOff val="40000"/>
                  </a:schemeClr>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770660" y="4042066"/>
            <a:ext cx="10650681" cy="2296843"/>
          </a:xfrm>
          <a:effectLst/>
        </p:spPr>
        <p:txBody>
          <a:bodyPr anchor="t"/>
          <a:lstStyle>
            <a:lvl1pPr marL="0" indent="0" algn="ctr">
              <a:lnSpc>
                <a:spcPct val="120000"/>
              </a:lnSpc>
              <a:spcBef>
                <a:spcPts val="0"/>
              </a:spcBef>
              <a:spcAft>
                <a:spcPts val="0"/>
              </a:spcAft>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Tree>
    <p:extLst>
      <p:ext uri="{BB962C8B-B14F-4D97-AF65-F5344CB8AC3E}">
        <p14:creationId xmlns:p14="http://schemas.microsoft.com/office/powerpoint/2010/main" val="3272508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6F7BD38-A805-4B2C-9BDF-D56E94387879}" type="datetime1">
              <a:rPr lang="en-US" smtClean="0"/>
              <a:t>11/1/2026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tx1"/>
                </a:solidFill>
              </a:defRPr>
            </a:lvl1pPr>
          </a:lstStyle>
          <a:p>
            <a:fld id="{D57F1E4F-1CFF-5643-939E-217C01CDF56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6" r:id="rId1"/>
    <p:sldLayoutId id="2147483668" r:id="rId2"/>
    <p:sldLayoutId id="2147483669" r:id="rId3"/>
    <p:sldLayoutId id="2147483684" r:id="rId4"/>
    <p:sldLayoutId id="2147483672" r:id="rId5"/>
    <p:sldLayoutId id="2147483687" r:id="rId6"/>
    <p:sldLayoutId id="2147483671" r:id="rId7"/>
    <p:sldLayoutId id="2147483688" r:id="rId8"/>
    <p:sldLayoutId id="2147483689" r:id="rId9"/>
    <p:sldLayoutId id="2147483690" r:id="rId10"/>
    <p:sldLayoutId id="2147483691" r:id="rId11"/>
    <p:sldLayoutId id="2147483692" r:id="rId12"/>
    <p:sldLayoutId id="2147483693" r:id="rId13"/>
    <p:sldLayoutId id="2147483685" r:id="rId14"/>
  </p:sldLayoutIdLst>
  <p:hf sldNum="0" hdr="0" ftr="0" dt="0"/>
  <p:txStyles>
    <p:titleStyle>
      <a:lvl1pPr algn="l" defTabSz="457200" rtl="0" eaLnBrk="1" latinLnBrk="0" hangingPunct="1">
        <a:spcBef>
          <a:spcPct val="0"/>
        </a:spcBef>
        <a:buNone/>
        <a:defRPr sz="4000" b="1" kern="1200" baseline="0">
          <a:ln>
            <a:noFill/>
          </a:ln>
          <a:solidFill>
            <a:srgbClr val="FEFEFE"/>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62A4-2E4B-23FB-9F8B-D54C0F90A08A}"/>
              </a:ext>
            </a:extLst>
          </p:cNvPr>
          <p:cNvSpPr>
            <a:spLocks noGrp="1"/>
          </p:cNvSpPr>
          <p:nvPr>
            <p:ph type="title"/>
          </p:nvPr>
        </p:nvSpPr>
        <p:spPr>
          <a:xfrm>
            <a:off x="-1637924" y="-662354"/>
            <a:ext cx="10571998" cy="3366198"/>
          </a:xfrm>
        </p:spPr>
        <p:txBody>
          <a:bodyPr/>
          <a:lstStyle/>
          <a:p>
            <a:pPr lvl="0"/>
            <a:r>
              <a:rPr lang="en-ZA" noProof="0" dirty="0"/>
              <a:t>TIVIDY</a:t>
            </a:r>
            <a:br>
              <a:rPr lang="en-ZA" noProof="0" dirty="0"/>
            </a:br>
            <a:r>
              <a:rPr lang="en-ZA" noProof="0" dirty="0"/>
              <a:t>Project Demo</a:t>
            </a:r>
          </a:p>
        </p:txBody>
      </p:sp>
      <p:sp>
        <p:nvSpPr>
          <p:cNvPr id="8" name="TextBox 7">
            <a:extLst>
              <a:ext uri="{FF2B5EF4-FFF2-40B4-BE49-F238E27FC236}">
                <a16:creationId xmlns:a16="http://schemas.microsoft.com/office/drawing/2014/main" id="{806BBA6C-37F8-DA3B-C910-89A60ADF347A}"/>
              </a:ext>
            </a:extLst>
          </p:cNvPr>
          <p:cNvSpPr txBox="1"/>
          <p:nvPr/>
        </p:nvSpPr>
        <p:spPr>
          <a:xfrm>
            <a:off x="5324475" y="2932354"/>
            <a:ext cx="6867525" cy="3416320"/>
          </a:xfrm>
          <a:prstGeom prst="rect">
            <a:avLst/>
          </a:prstGeom>
          <a:noFill/>
        </p:spPr>
        <p:txBody>
          <a:bodyPr wrap="square">
            <a:spAutoFit/>
          </a:bodyPr>
          <a:lstStyle/>
          <a:p>
            <a:r>
              <a:rPr lang="en-ZA" sz="3600" b="1" noProof="0" dirty="0"/>
              <a:t>5 guys (but only 3 are guys): </a:t>
            </a:r>
          </a:p>
          <a:p>
            <a:pPr marL="571500" indent="-571500">
              <a:buFont typeface="Arial" panose="020B0604020202020204" pitchFamily="34" charset="0"/>
              <a:buChar char="•"/>
            </a:pPr>
            <a:r>
              <a:rPr lang="en-ZA" sz="3600" noProof="0" dirty="0"/>
              <a:t>Rei </a:t>
            </a:r>
            <a:r>
              <a:rPr lang="en-ZA" sz="3600" noProof="0" dirty="0" err="1"/>
              <a:t>Piater</a:t>
            </a:r>
            <a:r>
              <a:rPr lang="en-ZA" sz="3600" noProof="0" dirty="0"/>
              <a:t>-Boswell</a:t>
            </a:r>
          </a:p>
          <a:p>
            <a:pPr marL="571500" indent="-571500">
              <a:buFont typeface="Arial" panose="020B0604020202020204" pitchFamily="34" charset="0"/>
              <a:buChar char="•"/>
            </a:pPr>
            <a:r>
              <a:rPr lang="en-ZA" sz="3600" noProof="0" dirty="0"/>
              <a:t>Leanne Van De </a:t>
            </a:r>
            <a:r>
              <a:rPr lang="en-ZA" sz="3600" noProof="0" dirty="0" err="1"/>
              <a:t>Horste</a:t>
            </a:r>
            <a:endParaRPr lang="en-ZA" sz="3600" noProof="0" dirty="0"/>
          </a:p>
          <a:p>
            <a:pPr marL="571500" indent="-571500">
              <a:buFont typeface="Arial" panose="020B0604020202020204" pitchFamily="34" charset="0"/>
              <a:buChar char="•"/>
            </a:pPr>
            <a:r>
              <a:rPr lang="en-ZA" sz="3600" noProof="0" dirty="0"/>
              <a:t>Yash </a:t>
            </a:r>
            <a:r>
              <a:rPr lang="en-ZA" sz="3600" noProof="0" dirty="0" err="1"/>
              <a:t>Ghela</a:t>
            </a:r>
            <a:endParaRPr lang="en-ZA" sz="3600" noProof="0" dirty="0"/>
          </a:p>
          <a:p>
            <a:pPr marL="571500" indent="-571500">
              <a:buFont typeface="Arial" panose="020B0604020202020204" pitchFamily="34" charset="0"/>
              <a:buChar char="•"/>
            </a:pPr>
            <a:r>
              <a:rPr lang="en-ZA" sz="3600" noProof="0" dirty="0"/>
              <a:t>Jayden Smith</a:t>
            </a:r>
          </a:p>
          <a:p>
            <a:pPr marL="571500" indent="-571500">
              <a:buFont typeface="Arial" panose="020B0604020202020204" pitchFamily="34" charset="0"/>
              <a:buChar char="•"/>
            </a:pPr>
            <a:r>
              <a:rPr lang="en-ZA" sz="3600" noProof="0" dirty="0"/>
              <a:t>Declan McCullough</a:t>
            </a:r>
            <a:endParaRPr lang="en-ZA" noProof="0" dirty="0"/>
          </a:p>
        </p:txBody>
      </p:sp>
    </p:spTree>
    <p:extLst>
      <p:ext uri="{BB962C8B-B14F-4D97-AF65-F5344CB8AC3E}">
        <p14:creationId xmlns:p14="http://schemas.microsoft.com/office/powerpoint/2010/main" val="43183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B7740-ED88-9F6A-89FF-4B0DFAAC36EA}"/>
              </a:ext>
            </a:extLst>
          </p:cNvPr>
          <p:cNvSpPr>
            <a:spLocks noGrp="1"/>
          </p:cNvSpPr>
          <p:nvPr>
            <p:ph type="title"/>
          </p:nvPr>
        </p:nvSpPr>
        <p:spPr>
          <a:xfrm>
            <a:off x="944217" y="924167"/>
            <a:ext cx="4383156" cy="5009322"/>
          </a:xfrm>
        </p:spPr>
        <p:txBody>
          <a:bodyPr/>
          <a:lstStyle/>
          <a:p>
            <a:r>
              <a:rPr lang="en-ZA" noProof="0" dirty="0"/>
              <a:t>CONTENT</a:t>
            </a:r>
          </a:p>
        </p:txBody>
      </p:sp>
      <p:sp>
        <p:nvSpPr>
          <p:cNvPr id="3" name="Text Placeholder 2">
            <a:extLst>
              <a:ext uri="{FF2B5EF4-FFF2-40B4-BE49-F238E27FC236}">
                <a16:creationId xmlns:a16="http://schemas.microsoft.com/office/drawing/2014/main" id="{39A25282-EE8D-71BA-6317-EECFE33238DC}"/>
              </a:ext>
            </a:extLst>
          </p:cNvPr>
          <p:cNvSpPr>
            <a:spLocks noGrp="1"/>
          </p:cNvSpPr>
          <p:nvPr>
            <p:ph type="body" sz="quarter" idx="14"/>
          </p:nvPr>
        </p:nvSpPr>
        <p:spPr>
          <a:xfrm>
            <a:off x="6400800" y="685800"/>
            <a:ext cx="4750904" cy="5686425"/>
          </a:xfrm>
        </p:spPr>
        <p:txBody>
          <a:bodyPr/>
          <a:lstStyle/>
          <a:p>
            <a:pPr marL="285750" lvl="0" indent="-285750">
              <a:buFont typeface="Arial" panose="020B0604020202020204" pitchFamily="34" charset="0"/>
              <a:buChar char="•"/>
            </a:pPr>
            <a:r>
              <a:rPr lang="en-ZA" noProof="0" dirty="0"/>
              <a:t>Project Scope</a:t>
            </a:r>
          </a:p>
          <a:p>
            <a:pPr marL="285750" lvl="0" indent="-285750">
              <a:buFont typeface="Arial" panose="020B0604020202020204" pitchFamily="34" charset="0"/>
              <a:buChar char="•"/>
            </a:pPr>
            <a:r>
              <a:rPr lang="en-ZA" noProof="0" dirty="0"/>
              <a:t>Backend</a:t>
            </a:r>
          </a:p>
          <a:p>
            <a:pPr marL="1028700" lvl="1"/>
            <a:r>
              <a:rPr lang="en-ZA" noProof="0" dirty="0"/>
              <a:t>Full Project Class Diagram</a:t>
            </a:r>
          </a:p>
          <a:p>
            <a:pPr marL="1028700" lvl="1"/>
            <a:r>
              <a:rPr lang="en-ZA" noProof="0" dirty="0"/>
              <a:t>Activity Diagrams</a:t>
            </a:r>
          </a:p>
          <a:p>
            <a:pPr marL="1028700" lvl="1"/>
            <a:r>
              <a:rPr lang="en-ZA" noProof="0" dirty="0"/>
              <a:t>Design Patterns</a:t>
            </a:r>
          </a:p>
          <a:p>
            <a:pPr marL="1485900" lvl="2"/>
            <a:r>
              <a:rPr lang="en-ZA" noProof="0" dirty="0"/>
              <a:t>Roles, Reasons, Relationships</a:t>
            </a:r>
          </a:p>
          <a:p>
            <a:pPr marL="285750" indent="-285750">
              <a:buFont typeface="Arial" panose="020B0604020202020204" pitchFamily="34" charset="0"/>
              <a:buChar char="•"/>
            </a:pPr>
            <a:r>
              <a:rPr lang="en-ZA" noProof="0" dirty="0"/>
              <a:t>Frontend</a:t>
            </a:r>
          </a:p>
          <a:p>
            <a:pPr marL="285750" indent="-285750">
              <a:buFont typeface="Arial" panose="020B0604020202020204" pitchFamily="34" charset="0"/>
              <a:buChar char="•"/>
            </a:pPr>
            <a:r>
              <a:rPr lang="en-ZA" noProof="0" dirty="0" err="1"/>
              <a:t>Doxygen</a:t>
            </a:r>
            <a:endParaRPr lang="en-ZA" noProof="0" dirty="0"/>
          </a:p>
          <a:p>
            <a:pPr marL="285750" indent="-285750">
              <a:buFont typeface="Arial" panose="020B0604020202020204" pitchFamily="34" charset="0"/>
              <a:buChar char="•"/>
            </a:pPr>
            <a:r>
              <a:rPr lang="en-ZA" noProof="0" dirty="0"/>
              <a:t>GitHub</a:t>
            </a:r>
          </a:p>
          <a:p>
            <a:pPr marL="1028700" lvl="1"/>
            <a:r>
              <a:rPr lang="en-ZA" noProof="0" dirty="0"/>
              <a:t>Pulse and Contributors</a:t>
            </a:r>
          </a:p>
          <a:p>
            <a:pPr marL="285750" indent="-285750">
              <a:buFont typeface="Arial" panose="020B0604020202020204" pitchFamily="34" charset="0"/>
              <a:buChar char="•"/>
            </a:pPr>
            <a:r>
              <a:rPr lang="en-ZA" noProof="0" dirty="0"/>
              <a:t>Testing</a:t>
            </a:r>
          </a:p>
          <a:p>
            <a:pPr marL="285750" indent="-285750">
              <a:buFont typeface="Arial" panose="020B0604020202020204" pitchFamily="34" charset="0"/>
              <a:buChar char="•"/>
            </a:pPr>
            <a:r>
              <a:rPr lang="en-ZA" noProof="0" dirty="0"/>
              <a:t>Conclusion</a:t>
            </a:r>
          </a:p>
          <a:p>
            <a:pPr marL="285750" indent="-285750">
              <a:buFont typeface="Arial" panose="020B0604020202020204" pitchFamily="34" charset="0"/>
              <a:buChar char="•"/>
            </a:pPr>
            <a:r>
              <a:rPr lang="en-ZA" noProof="0" dirty="0"/>
              <a:t>Live Demo</a:t>
            </a:r>
          </a:p>
          <a:p>
            <a:pPr marL="1028700" lvl="1"/>
            <a:endParaRPr lang="en-ZA" noProof="0" dirty="0"/>
          </a:p>
          <a:p>
            <a:pPr marL="1485900" lvl="2"/>
            <a:endParaRPr lang="en-ZA" noProof="0" dirty="0"/>
          </a:p>
        </p:txBody>
      </p:sp>
    </p:spTree>
    <p:extLst>
      <p:ext uri="{BB962C8B-B14F-4D97-AF65-F5344CB8AC3E}">
        <p14:creationId xmlns:p14="http://schemas.microsoft.com/office/powerpoint/2010/main" val="909924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CF8F5-609D-E31E-6659-2E3CE63097D7}"/>
              </a:ext>
            </a:extLst>
          </p:cNvPr>
          <p:cNvSpPr>
            <a:spLocks noGrp="1"/>
          </p:cNvSpPr>
          <p:nvPr>
            <p:ph type="title"/>
          </p:nvPr>
        </p:nvSpPr>
        <p:spPr>
          <a:xfrm>
            <a:off x="810001" y="1741064"/>
            <a:ext cx="10571998" cy="1928264"/>
          </a:xfrm>
        </p:spPr>
        <p:txBody>
          <a:bodyPr/>
          <a:lstStyle/>
          <a:p>
            <a:pPr lvl="0"/>
            <a:r>
              <a:rPr lang="en-ZA" sz="4800" noProof="0" dirty="0"/>
              <a:t>Project Scope</a:t>
            </a:r>
          </a:p>
        </p:txBody>
      </p:sp>
      <p:sp>
        <p:nvSpPr>
          <p:cNvPr id="3" name="Subtitle 2">
            <a:extLst>
              <a:ext uri="{FF2B5EF4-FFF2-40B4-BE49-F238E27FC236}">
                <a16:creationId xmlns:a16="http://schemas.microsoft.com/office/drawing/2014/main" id="{29F16AEF-ABBB-D2DD-A297-5819AEB9AF67}"/>
              </a:ext>
            </a:extLst>
          </p:cNvPr>
          <p:cNvSpPr>
            <a:spLocks noGrp="1"/>
          </p:cNvSpPr>
          <p:nvPr>
            <p:ph type="subTitle" idx="1"/>
          </p:nvPr>
        </p:nvSpPr>
        <p:spPr>
          <a:xfrm>
            <a:off x="810000" y="3694102"/>
            <a:ext cx="10572000" cy="896468"/>
          </a:xfrm>
        </p:spPr>
        <p:txBody>
          <a:bodyPr/>
          <a:lstStyle/>
          <a:p>
            <a:pPr lvl="0"/>
            <a:r>
              <a:rPr lang="en-ZA" noProof="0" dirty="0"/>
              <a:t>(A very different one to all other groups I’m sure)</a:t>
            </a:r>
          </a:p>
        </p:txBody>
      </p:sp>
    </p:spTree>
    <p:extLst>
      <p:ext uri="{BB962C8B-B14F-4D97-AF65-F5344CB8AC3E}">
        <p14:creationId xmlns:p14="http://schemas.microsoft.com/office/powerpoint/2010/main" val="1173936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ECDD0-17F6-3312-AE6D-F7EB95E46C02}"/>
              </a:ext>
            </a:extLst>
          </p:cNvPr>
          <p:cNvSpPr>
            <a:spLocks noGrp="1"/>
          </p:cNvSpPr>
          <p:nvPr>
            <p:ph type="title"/>
          </p:nvPr>
        </p:nvSpPr>
        <p:spPr>
          <a:xfrm>
            <a:off x="550717" y="924339"/>
            <a:ext cx="3990110" cy="5009322"/>
          </a:xfrm>
        </p:spPr>
        <p:txBody>
          <a:bodyPr/>
          <a:lstStyle/>
          <a:p>
            <a:r>
              <a:rPr lang="en-ZA" noProof="0" dirty="0"/>
              <a:t>Project Scope</a:t>
            </a:r>
          </a:p>
        </p:txBody>
      </p:sp>
      <p:sp>
        <p:nvSpPr>
          <p:cNvPr id="3" name="Content Placeholder 2">
            <a:extLst>
              <a:ext uri="{FF2B5EF4-FFF2-40B4-BE49-F238E27FC236}">
                <a16:creationId xmlns:a16="http://schemas.microsoft.com/office/drawing/2014/main" id="{EB336AA5-9DDA-DA9A-5469-6885A5A84D1D}"/>
              </a:ext>
            </a:extLst>
          </p:cNvPr>
          <p:cNvSpPr>
            <a:spLocks noGrp="1"/>
          </p:cNvSpPr>
          <p:nvPr>
            <p:ph sz="quarter" idx="10"/>
          </p:nvPr>
        </p:nvSpPr>
        <p:spPr>
          <a:xfrm>
            <a:off x="5346793" y="924340"/>
            <a:ext cx="5684373" cy="5009322"/>
          </a:xfrm>
        </p:spPr>
        <p:txBody>
          <a:bodyPr/>
          <a:lstStyle/>
          <a:p>
            <a:pPr lvl="0"/>
            <a:r>
              <a:rPr lang="en-ZA" noProof="0" dirty="0"/>
              <a:t>TIVIDY is a generic workflow management system.</a:t>
            </a:r>
          </a:p>
          <a:p>
            <a:pPr lvl="0"/>
            <a:endParaRPr lang="en-ZA" noProof="0" dirty="0"/>
          </a:p>
          <a:p>
            <a:pPr lvl="0"/>
            <a:r>
              <a:rPr lang="en-ZA" noProof="0" dirty="0"/>
              <a:t>It allows a demonstration of multiple design patterns, working together, to create a cohesive and seamless combination needed for a team to produce a well-oiled system of constant work, updates and approvals within a project.</a:t>
            </a:r>
          </a:p>
          <a:p>
            <a:pPr lvl="0"/>
            <a:endParaRPr lang="en-ZA" noProof="0" dirty="0"/>
          </a:p>
          <a:p>
            <a:pPr lvl="0"/>
            <a:r>
              <a:rPr lang="en-ZA" noProof="0" dirty="0"/>
              <a:t>All these working parts interact under the surface of a simple frontend that is easy to use for any beginner of the system.</a:t>
            </a:r>
          </a:p>
        </p:txBody>
      </p:sp>
    </p:spTree>
    <p:extLst>
      <p:ext uri="{BB962C8B-B14F-4D97-AF65-F5344CB8AC3E}">
        <p14:creationId xmlns:p14="http://schemas.microsoft.com/office/powerpoint/2010/main" val="959076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082E2-BB6B-8D5F-6388-10014D7125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3B86A-60C0-1D4B-484D-DFF06FD74D83}"/>
              </a:ext>
            </a:extLst>
          </p:cNvPr>
          <p:cNvSpPr>
            <a:spLocks noGrp="1"/>
          </p:cNvSpPr>
          <p:nvPr>
            <p:ph type="title"/>
          </p:nvPr>
        </p:nvSpPr>
        <p:spPr>
          <a:xfrm>
            <a:off x="810001" y="1741064"/>
            <a:ext cx="10571998" cy="1928264"/>
          </a:xfrm>
        </p:spPr>
        <p:txBody>
          <a:bodyPr/>
          <a:lstStyle/>
          <a:p>
            <a:pPr lvl="0"/>
            <a:r>
              <a:rPr lang="en-ZA" sz="4800" noProof="0" dirty="0"/>
              <a:t>Backend</a:t>
            </a:r>
          </a:p>
        </p:txBody>
      </p:sp>
      <p:sp>
        <p:nvSpPr>
          <p:cNvPr id="3" name="Subtitle 2">
            <a:extLst>
              <a:ext uri="{FF2B5EF4-FFF2-40B4-BE49-F238E27FC236}">
                <a16:creationId xmlns:a16="http://schemas.microsoft.com/office/drawing/2014/main" id="{A91C9F99-67D8-5432-C512-8FD8E2CB1CDE}"/>
              </a:ext>
            </a:extLst>
          </p:cNvPr>
          <p:cNvSpPr>
            <a:spLocks noGrp="1"/>
          </p:cNvSpPr>
          <p:nvPr>
            <p:ph type="subTitle" idx="1"/>
          </p:nvPr>
        </p:nvSpPr>
        <p:spPr>
          <a:xfrm>
            <a:off x="810000" y="3694102"/>
            <a:ext cx="10572000" cy="896468"/>
          </a:xfrm>
        </p:spPr>
        <p:txBody>
          <a:bodyPr/>
          <a:lstStyle/>
          <a:p>
            <a:pPr lvl="0"/>
            <a:r>
              <a:rPr lang="en-ZA" noProof="0" dirty="0"/>
              <a:t>An in-depth peak behind the curtain.</a:t>
            </a:r>
          </a:p>
        </p:txBody>
      </p:sp>
    </p:spTree>
    <p:extLst>
      <p:ext uri="{BB962C8B-B14F-4D97-AF65-F5344CB8AC3E}">
        <p14:creationId xmlns:p14="http://schemas.microsoft.com/office/powerpoint/2010/main" val="2785098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07FBB55-EF55-03D8-7D3C-29341A40D63E}"/>
              </a:ext>
            </a:extLst>
          </p:cNvPr>
          <p:cNvSpPr>
            <a:spLocks noGrp="1"/>
          </p:cNvSpPr>
          <p:nvPr>
            <p:ph type="title"/>
          </p:nvPr>
        </p:nvSpPr>
        <p:spPr>
          <a:xfrm>
            <a:off x="529935" y="633845"/>
            <a:ext cx="3990110" cy="2137930"/>
          </a:xfrm>
        </p:spPr>
        <p:txBody>
          <a:bodyPr/>
          <a:lstStyle/>
          <a:p>
            <a:r>
              <a:rPr lang="en-ZA" noProof="0" dirty="0"/>
              <a:t>UML Diagrams</a:t>
            </a:r>
            <a:br>
              <a:rPr lang="en-ZA" noProof="0" dirty="0"/>
            </a:br>
            <a:endParaRPr lang="en-ZA" noProof="0" dirty="0"/>
          </a:p>
        </p:txBody>
      </p:sp>
      <p:sp>
        <p:nvSpPr>
          <p:cNvPr id="7" name="Content Placeholder 6">
            <a:extLst>
              <a:ext uri="{FF2B5EF4-FFF2-40B4-BE49-F238E27FC236}">
                <a16:creationId xmlns:a16="http://schemas.microsoft.com/office/drawing/2014/main" id="{AD6AD7D9-DEA3-79A4-785F-0EA945171020}"/>
              </a:ext>
            </a:extLst>
          </p:cNvPr>
          <p:cNvSpPr>
            <a:spLocks noGrp="1"/>
          </p:cNvSpPr>
          <p:nvPr>
            <p:ph sz="quarter" idx="11"/>
          </p:nvPr>
        </p:nvSpPr>
        <p:spPr>
          <a:xfrm>
            <a:off x="638679" y="2022005"/>
            <a:ext cx="3772622" cy="2940519"/>
          </a:xfrm>
        </p:spPr>
        <p:txBody>
          <a:bodyPr>
            <a:normAutofit/>
          </a:bodyPr>
          <a:lstStyle/>
          <a:p>
            <a:pPr marL="0" lvl="0" indent="0" algn="ctr">
              <a:buNone/>
            </a:pPr>
            <a:r>
              <a:rPr lang="en-ZA" noProof="0" dirty="0"/>
              <a:t>All diagrams are provided upon scanning the QR-code.</a:t>
            </a:r>
          </a:p>
          <a:p>
            <a:pPr marL="0" lvl="0" indent="0" algn="ctr">
              <a:buNone/>
            </a:pPr>
            <a:endParaRPr lang="en-ZA" noProof="0" dirty="0"/>
          </a:p>
          <a:p>
            <a:pPr lvl="0"/>
            <a:r>
              <a:rPr lang="en-ZA" noProof="0" dirty="0"/>
              <a:t>Includes all patterns to be spoken about below </a:t>
            </a:r>
          </a:p>
          <a:p>
            <a:pPr lvl="0"/>
            <a:r>
              <a:rPr lang="en-ZA" noProof="0" dirty="0"/>
              <a:t>Colour-coded per pattern</a:t>
            </a:r>
          </a:p>
        </p:txBody>
      </p:sp>
      <p:pic>
        <p:nvPicPr>
          <p:cNvPr id="3" name="Picture 2">
            <a:extLst>
              <a:ext uri="{FF2B5EF4-FFF2-40B4-BE49-F238E27FC236}">
                <a16:creationId xmlns:a16="http://schemas.microsoft.com/office/drawing/2014/main" id="{BDE3DC65-A925-6F94-CD67-B54FF3A9AF06}"/>
              </a:ext>
            </a:extLst>
          </p:cNvPr>
          <p:cNvPicPr>
            <a:picLocks noChangeAspect="1"/>
          </p:cNvPicPr>
          <p:nvPr/>
        </p:nvPicPr>
        <p:blipFill>
          <a:blip r:embed="rId3"/>
          <a:stretch>
            <a:fillRect/>
          </a:stretch>
        </p:blipFill>
        <p:spPr>
          <a:xfrm>
            <a:off x="5267325" y="428625"/>
            <a:ext cx="6000750" cy="6000750"/>
          </a:xfrm>
          <a:prstGeom prst="rect">
            <a:avLst/>
          </a:prstGeom>
        </p:spPr>
      </p:pic>
    </p:spTree>
    <p:extLst>
      <p:ext uri="{BB962C8B-B14F-4D97-AF65-F5344CB8AC3E}">
        <p14:creationId xmlns:p14="http://schemas.microsoft.com/office/powerpoint/2010/main" val="4104434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ECA8A6-26C7-FE2F-5884-A9A5652053C6}"/>
              </a:ext>
            </a:extLst>
          </p:cNvPr>
          <p:cNvSpPr>
            <a:spLocks noGrp="1"/>
          </p:cNvSpPr>
          <p:nvPr>
            <p:ph type="title"/>
          </p:nvPr>
        </p:nvSpPr>
        <p:spPr>
          <a:xfrm>
            <a:off x="5485516" y="1392664"/>
            <a:ext cx="5695102" cy="582043"/>
          </a:xfrm>
        </p:spPr>
        <p:txBody>
          <a:bodyPr/>
          <a:lstStyle/>
          <a:p>
            <a:r>
              <a:rPr lang="en-ZA" noProof="0" dirty="0"/>
              <a:t>Design Patterns</a:t>
            </a:r>
          </a:p>
        </p:txBody>
      </p:sp>
      <p:pic>
        <p:nvPicPr>
          <p:cNvPr id="8" name="Picture Placeholder 7">
            <a:extLst>
              <a:ext uri="{FF2B5EF4-FFF2-40B4-BE49-F238E27FC236}">
                <a16:creationId xmlns:a16="http://schemas.microsoft.com/office/drawing/2014/main" id="{8CCCEC06-31A4-216C-78F1-DF37E7A7CC34}"/>
              </a:ext>
            </a:extLst>
          </p:cNvPr>
          <p:cNvPicPr>
            <a:picLocks noGrp="1" noChangeAspect="1"/>
          </p:cNvPicPr>
          <p:nvPr>
            <p:ph type="pic" sz="quarter" idx="11"/>
          </p:nvPr>
        </p:nvPicPr>
        <p:blipFill>
          <a:blip r:embed="rId3"/>
          <a:srcRect/>
          <a:stretch/>
        </p:blipFill>
        <p:spPr>
          <a:xfrm>
            <a:off x="1350099" y="1974707"/>
            <a:ext cx="2907792" cy="2907792"/>
          </a:xfrm>
        </p:spPr>
      </p:pic>
      <p:sp>
        <p:nvSpPr>
          <p:cNvPr id="5" name="Content Placeholder 4">
            <a:extLst>
              <a:ext uri="{FF2B5EF4-FFF2-40B4-BE49-F238E27FC236}">
                <a16:creationId xmlns:a16="http://schemas.microsoft.com/office/drawing/2014/main" id="{6F377941-FDA2-9332-B360-A8C727991812}"/>
              </a:ext>
            </a:extLst>
          </p:cNvPr>
          <p:cNvSpPr>
            <a:spLocks noGrp="1"/>
          </p:cNvSpPr>
          <p:nvPr>
            <p:ph sz="quarter" idx="10"/>
          </p:nvPr>
        </p:nvSpPr>
        <p:spPr>
          <a:xfrm>
            <a:off x="5496789" y="2130888"/>
            <a:ext cx="5683829" cy="3936537"/>
          </a:xfrm>
        </p:spPr>
        <p:txBody>
          <a:bodyPr tIns="9144" bIns="9144"/>
          <a:lstStyle/>
          <a:p>
            <a:pPr marL="342900" lvl="0" indent="-342900" algn="l">
              <a:lnSpc>
                <a:spcPct val="100000"/>
              </a:lnSpc>
              <a:buClr>
                <a:schemeClr val="accent1">
                  <a:lumMod val="50000"/>
                </a:schemeClr>
              </a:buClr>
              <a:buFont typeface="+mj-lt"/>
              <a:buAutoNum type="arabicPeriod"/>
            </a:pPr>
            <a:r>
              <a:rPr lang="en-ZA" noProof="0" dirty="0"/>
              <a:t>Façade</a:t>
            </a:r>
          </a:p>
          <a:p>
            <a:pPr marL="342900" lvl="0" indent="-342900" algn="l">
              <a:lnSpc>
                <a:spcPct val="100000"/>
              </a:lnSpc>
              <a:buClr>
                <a:schemeClr val="accent1">
                  <a:lumMod val="50000"/>
                </a:schemeClr>
              </a:buClr>
              <a:buFont typeface="+mj-lt"/>
              <a:buAutoNum type="arabicPeriod"/>
            </a:pPr>
            <a:r>
              <a:rPr lang="en-ZA" noProof="0" dirty="0"/>
              <a:t>Memento</a:t>
            </a:r>
          </a:p>
          <a:p>
            <a:pPr marL="342900" lvl="0" indent="-342900" algn="l">
              <a:lnSpc>
                <a:spcPct val="100000"/>
              </a:lnSpc>
              <a:buClr>
                <a:schemeClr val="accent1">
                  <a:lumMod val="50000"/>
                </a:schemeClr>
              </a:buClr>
              <a:buFont typeface="+mj-lt"/>
              <a:buAutoNum type="arabicPeriod"/>
            </a:pPr>
            <a:r>
              <a:rPr lang="en-ZA" noProof="0" dirty="0"/>
              <a:t>Composite</a:t>
            </a:r>
          </a:p>
          <a:p>
            <a:pPr marL="342900" lvl="0" indent="-342900" algn="l">
              <a:lnSpc>
                <a:spcPct val="100000"/>
              </a:lnSpc>
              <a:buClr>
                <a:schemeClr val="accent1">
                  <a:lumMod val="50000"/>
                </a:schemeClr>
              </a:buClr>
              <a:buFont typeface="+mj-lt"/>
              <a:buAutoNum type="arabicPeriod"/>
            </a:pPr>
            <a:r>
              <a:rPr lang="en-ZA" noProof="0" dirty="0"/>
              <a:t>Observer</a:t>
            </a:r>
          </a:p>
          <a:p>
            <a:pPr marL="342900" lvl="0" indent="-342900" algn="l">
              <a:lnSpc>
                <a:spcPct val="100000"/>
              </a:lnSpc>
              <a:buClr>
                <a:schemeClr val="accent1">
                  <a:lumMod val="50000"/>
                </a:schemeClr>
              </a:buClr>
              <a:buFont typeface="+mj-lt"/>
              <a:buAutoNum type="arabicPeriod"/>
            </a:pPr>
            <a:r>
              <a:rPr lang="en-ZA" noProof="0" dirty="0"/>
              <a:t>Decorator</a:t>
            </a:r>
          </a:p>
          <a:p>
            <a:pPr marL="342900" lvl="0" indent="-342900" algn="l">
              <a:lnSpc>
                <a:spcPct val="100000"/>
              </a:lnSpc>
              <a:buClr>
                <a:schemeClr val="accent1">
                  <a:lumMod val="50000"/>
                </a:schemeClr>
              </a:buClr>
              <a:buFont typeface="+mj-lt"/>
              <a:buAutoNum type="arabicPeriod"/>
            </a:pPr>
            <a:r>
              <a:rPr lang="en-ZA" noProof="0" dirty="0"/>
              <a:t>Chain of Responsibility</a:t>
            </a:r>
          </a:p>
          <a:p>
            <a:pPr marL="342900" lvl="0" indent="-342900" algn="l">
              <a:lnSpc>
                <a:spcPct val="100000"/>
              </a:lnSpc>
              <a:buClr>
                <a:schemeClr val="accent1">
                  <a:lumMod val="50000"/>
                </a:schemeClr>
              </a:buClr>
              <a:buFont typeface="+mj-lt"/>
              <a:buAutoNum type="arabicPeriod"/>
            </a:pPr>
            <a:r>
              <a:rPr lang="en-ZA" noProof="0" dirty="0"/>
              <a:t>Strategy</a:t>
            </a:r>
          </a:p>
          <a:p>
            <a:pPr marL="342900" lvl="0" indent="-342900" algn="l">
              <a:lnSpc>
                <a:spcPct val="100000"/>
              </a:lnSpc>
              <a:buClr>
                <a:schemeClr val="accent1">
                  <a:lumMod val="50000"/>
                </a:schemeClr>
              </a:buClr>
              <a:buFont typeface="+mj-lt"/>
              <a:buAutoNum type="arabicPeriod"/>
            </a:pPr>
            <a:r>
              <a:rPr lang="en-ZA" noProof="0" dirty="0"/>
              <a:t>Iterator</a:t>
            </a:r>
          </a:p>
          <a:p>
            <a:pPr marL="342900" lvl="0" indent="-342900" algn="l">
              <a:lnSpc>
                <a:spcPct val="100000"/>
              </a:lnSpc>
              <a:buClr>
                <a:schemeClr val="accent1">
                  <a:lumMod val="50000"/>
                </a:schemeClr>
              </a:buClr>
              <a:buFont typeface="+mj-lt"/>
              <a:buAutoNum type="arabicPeriod"/>
            </a:pPr>
            <a:r>
              <a:rPr lang="en-ZA" noProof="0" dirty="0"/>
              <a:t>Template Method</a:t>
            </a:r>
          </a:p>
          <a:p>
            <a:pPr marL="342900" lvl="0" indent="-342900" algn="l">
              <a:lnSpc>
                <a:spcPct val="100000"/>
              </a:lnSpc>
              <a:buClr>
                <a:schemeClr val="accent1">
                  <a:lumMod val="50000"/>
                </a:schemeClr>
              </a:buClr>
              <a:buFont typeface="+mj-lt"/>
              <a:buAutoNum type="arabicPeriod"/>
            </a:pPr>
            <a:r>
              <a:rPr lang="en-ZA" dirty="0"/>
              <a:t>Visitor</a:t>
            </a:r>
            <a:endParaRPr lang="en-ZA" noProof="0" dirty="0"/>
          </a:p>
          <a:p>
            <a:pPr marL="342900" lvl="0" indent="-342900">
              <a:buClr>
                <a:schemeClr val="accent1">
                  <a:lumMod val="50000"/>
                </a:schemeClr>
              </a:buClr>
              <a:buFont typeface="+mj-lt"/>
              <a:buAutoNum type="arabicPeriod"/>
            </a:pPr>
            <a:endParaRPr lang="en-ZA" noProof="0" dirty="0"/>
          </a:p>
        </p:txBody>
      </p:sp>
      <p:sp>
        <p:nvSpPr>
          <p:cNvPr id="3" name="TextBox 2">
            <a:extLst>
              <a:ext uri="{FF2B5EF4-FFF2-40B4-BE49-F238E27FC236}">
                <a16:creationId xmlns:a16="http://schemas.microsoft.com/office/drawing/2014/main" id="{FE7957A0-D010-EA47-4BAE-05B5A817A86C}"/>
              </a:ext>
            </a:extLst>
          </p:cNvPr>
          <p:cNvSpPr txBox="1"/>
          <p:nvPr/>
        </p:nvSpPr>
        <p:spPr>
          <a:xfrm>
            <a:off x="2876204" y="5652655"/>
            <a:ext cx="184731" cy="369332"/>
          </a:xfrm>
          <a:prstGeom prst="rect">
            <a:avLst/>
          </a:prstGeom>
          <a:noFill/>
        </p:spPr>
        <p:txBody>
          <a:bodyPr wrap="none" rtlCol="0">
            <a:spAutoFit/>
          </a:bodyPr>
          <a:lstStyle/>
          <a:p>
            <a:endParaRPr lang="en-ZA" noProof="0" dirty="0"/>
          </a:p>
        </p:txBody>
      </p:sp>
    </p:spTree>
    <p:extLst>
      <p:ext uri="{BB962C8B-B14F-4D97-AF65-F5344CB8AC3E}">
        <p14:creationId xmlns:p14="http://schemas.microsoft.com/office/powerpoint/2010/main" val="3937483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3F85-8771-B868-2263-3D40BAD40DD8}"/>
              </a:ext>
            </a:extLst>
          </p:cNvPr>
          <p:cNvSpPr>
            <a:spLocks noGrp="1"/>
          </p:cNvSpPr>
          <p:nvPr>
            <p:ph type="title"/>
          </p:nvPr>
        </p:nvSpPr>
        <p:spPr/>
        <p:txBody>
          <a:bodyPr/>
          <a:lstStyle/>
          <a:p>
            <a:r>
              <a:rPr lang="en-ZA" noProof="0" dirty="0"/>
              <a:t>Façade</a:t>
            </a:r>
          </a:p>
        </p:txBody>
      </p:sp>
      <p:sp>
        <p:nvSpPr>
          <p:cNvPr id="3" name="Content Placeholder 2">
            <a:extLst>
              <a:ext uri="{FF2B5EF4-FFF2-40B4-BE49-F238E27FC236}">
                <a16:creationId xmlns:a16="http://schemas.microsoft.com/office/drawing/2014/main" id="{283A6DD7-EDD5-E117-8716-168F2C07B3AB}"/>
              </a:ext>
            </a:extLst>
          </p:cNvPr>
          <p:cNvSpPr>
            <a:spLocks noGrp="1"/>
          </p:cNvSpPr>
          <p:nvPr>
            <p:ph sz="quarter" idx="10"/>
          </p:nvPr>
        </p:nvSpPr>
        <p:spPr/>
        <p:txBody>
          <a:bodyPr>
            <a:normAutofit lnSpcReduction="10000"/>
          </a:bodyPr>
          <a:lstStyle/>
          <a:p>
            <a:pPr lvl="0"/>
            <a:r>
              <a:rPr lang="en-ZA" b="1" noProof="0" dirty="0"/>
              <a:t>Role:</a:t>
            </a:r>
          </a:p>
          <a:p>
            <a:pPr lvl="0"/>
            <a:r>
              <a:rPr lang="en-ZA" noProof="0" dirty="0"/>
              <a:t>Allow users easy use of TIVIDY. </a:t>
            </a:r>
          </a:p>
          <a:p>
            <a:pPr lvl="0"/>
            <a:r>
              <a:rPr lang="en-ZA" noProof="0" dirty="0"/>
              <a:t>Gives simplistic functions that perform complex operations under the hood.</a:t>
            </a:r>
          </a:p>
          <a:p>
            <a:pPr lvl="0"/>
            <a:r>
              <a:rPr lang="en-ZA" b="1" noProof="0" dirty="0"/>
              <a:t>Reason: </a:t>
            </a:r>
          </a:p>
          <a:p>
            <a:pPr lvl="0"/>
            <a:r>
              <a:rPr lang="en-ZA" noProof="0" dirty="0"/>
              <a:t>TIVIDY used by people of varying skillsets and knowledge. </a:t>
            </a:r>
          </a:p>
          <a:p>
            <a:pPr lvl="0"/>
            <a:r>
              <a:rPr lang="en-ZA" noProof="0" dirty="0"/>
              <a:t>Façade makes using it simple to new users.</a:t>
            </a:r>
          </a:p>
          <a:p>
            <a:pPr lvl="0"/>
            <a:r>
              <a:rPr lang="en-ZA" b="1" noProof="0" dirty="0"/>
              <a:t>Relationships: </a:t>
            </a:r>
          </a:p>
          <a:p>
            <a:pPr lvl="0"/>
            <a:r>
              <a:rPr lang="en-ZA" noProof="0" dirty="0"/>
              <a:t>Works alongside both Composites, the Chain of Responsibility, the Memento of the system, and the Observer, invoking multiple functions from each.</a:t>
            </a:r>
          </a:p>
          <a:p>
            <a:endParaRPr lang="en-ZA" noProof="0" dirty="0"/>
          </a:p>
        </p:txBody>
      </p:sp>
      <p:pic>
        <p:nvPicPr>
          <p:cNvPr id="5" name="Picture 4">
            <a:extLst>
              <a:ext uri="{FF2B5EF4-FFF2-40B4-BE49-F238E27FC236}">
                <a16:creationId xmlns:a16="http://schemas.microsoft.com/office/drawing/2014/main" id="{321E5F2E-69FC-CB20-CFE0-A3355C5D05BC}"/>
              </a:ext>
            </a:extLst>
          </p:cNvPr>
          <p:cNvPicPr>
            <a:picLocks noChangeAspect="1"/>
          </p:cNvPicPr>
          <p:nvPr/>
        </p:nvPicPr>
        <p:blipFill>
          <a:blip r:embed="rId2"/>
          <a:stretch>
            <a:fillRect/>
          </a:stretch>
        </p:blipFill>
        <p:spPr>
          <a:xfrm>
            <a:off x="1047528" y="840903"/>
            <a:ext cx="3956176" cy="5176194"/>
          </a:xfrm>
          <a:prstGeom prst="rect">
            <a:avLst/>
          </a:prstGeom>
        </p:spPr>
      </p:pic>
    </p:spTree>
    <p:extLst>
      <p:ext uri="{BB962C8B-B14F-4D97-AF65-F5344CB8AC3E}">
        <p14:creationId xmlns:p14="http://schemas.microsoft.com/office/powerpoint/2010/main" val="3968587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86A51-AFEF-F42E-BFB5-65545E543311}"/>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311A12E5-6121-E32E-7458-477279DB8C82}"/>
              </a:ext>
            </a:extLst>
          </p:cNvPr>
          <p:cNvPicPr>
            <a:picLocks noChangeAspect="1"/>
          </p:cNvPicPr>
          <p:nvPr/>
        </p:nvPicPr>
        <p:blipFill>
          <a:blip r:embed="rId3"/>
          <a:stretch>
            <a:fillRect/>
          </a:stretch>
        </p:blipFill>
        <p:spPr>
          <a:xfrm>
            <a:off x="2329323" y="4509050"/>
            <a:ext cx="3161322" cy="1644434"/>
          </a:xfrm>
          <a:prstGeom prst="rect">
            <a:avLst/>
          </a:prstGeom>
        </p:spPr>
      </p:pic>
      <p:sp>
        <p:nvSpPr>
          <p:cNvPr id="2" name="Title 1">
            <a:extLst>
              <a:ext uri="{FF2B5EF4-FFF2-40B4-BE49-F238E27FC236}">
                <a16:creationId xmlns:a16="http://schemas.microsoft.com/office/drawing/2014/main" id="{A5D0654D-BAA9-4383-8C36-F9F56988D298}"/>
              </a:ext>
            </a:extLst>
          </p:cNvPr>
          <p:cNvSpPr>
            <a:spLocks noGrp="1"/>
          </p:cNvSpPr>
          <p:nvPr>
            <p:ph type="title"/>
          </p:nvPr>
        </p:nvSpPr>
        <p:spPr/>
        <p:txBody>
          <a:bodyPr/>
          <a:lstStyle/>
          <a:p>
            <a:r>
              <a:rPr lang="en-ZA" noProof="0" dirty="0"/>
              <a:t>Composite 1</a:t>
            </a:r>
          </a:p>
        </p:txBody>
      </p:sp>
      <p:sp>
        <p:nvSpPr>
          <p:cNvPr id="3" name="Content Placeholder 2">
            <a:extLst>
              <a:ext uri="{FF2B5EF4-FFF2-40B4-BE49-F238E27FC236}">
                <a16:creationId xmlns:a16="http://schemas.microsoft.com/office/drawing/2014/main" id="{4944273A-1F30-01D9-9A95-1509553BF907}"/>
              </a:ext>
            </a:extLst>
          </p:cNvPr>
          <p:cNvSpPr>
            <a:spLocks noGrp="1"/>
          </p:cNvSpPr>
          <p:nvPr>
            <p:ph sz="quarter" idx="10"/>
          </p:nvPr>
        </p:nvSpPr>
        <p:spPr/>
        <p:txBody>
          <a:bodyPr>
            <a:normAutofit lnSpcReduction="10000"/>
          </a:bodyPr>
          <a:lstStyle/>
          <a:p>
            <a:pPr lvl="0"/>
            <a:r>
              <a:rPr lang="en-ZA" b="1" noProof="0" dirty="0"/>
              <a:t>Role:</a:t>
            </a:r>
          </a:p>
          <a:p>
            <a:pPr lvl="0"/>
            <a:r>
              <a:rPr lang="en-ZA" noProof="0" dirty="0"/>
              <a:t>Provide a recursive tree-like structure to store Workflows and Work Items to be worked upon.</a:t>
            </a:r>
          </a:p>
          <a:p>
            <a:pPr lvl="0"/>
            <a:r>
              <a:rPr lang="en-ZA" b="1" noProof="0" dirty="0"/>
              <a:t>Reason: </a:t>
            </a:r>
          </a:p>
          <a:p>
            <a:pPr lvl="0"/>
            <a:r>
              <a:rPr lang="en-ZA" noProof="0" dirty="0"/>
              <a:t>A workflow can consist of multiple smaller workflows, both containing work items.</a:t>
            </a:r>
          </a:p>
          <a:p>
            <a:pPr lvl="0"/>
            <a:r>
              <a:rPr lang="en-ZA" b="1" noProof="0" dirty="0"/>
              <a:t>Relationships: </a:t>
            </a:r>
          </a:p>
          <a:p>
            <a:pPr lvl="0"/>
            <a:r>
              <a:rPr lang="en-ZA" noProof="0" dirty="0"/>
              <a:t>Works alongside Façade and Visitor to change states of its Booleans, Memento to store snapshots of its states, Participant Composite to do work on work items, Observer to notify other patterns upon change, Decorator to provide addition functionality, and Iterator to traverse the tree.</a:t>
            </a:r>
          </a:p>
          <a:p>
            <a:endParaRPr lang="en-ZA" noProof="0" dirty="0"/>
          </a:p>
        </p:txBody>
      </p:sp>
      <p:pic>
        <p:nvPicPr>
          <p:cNvPr id="12" name="Picture 11">
            <a:extLst>
              <a:ext uri="{FF2B5EF4-FFF2-40B4-BE49-F238E27FC236}">
                <a16:creationId xmlns:a16="http://schemas.microsoft.com/office/drawing/2014/main" id="{4A25C298-39C8-E9E4-DC72-3F9A1D825F4E}"/>
              </a:ext>
            </a:extLst>
          </p:cNvPr>
          <p:cNvPicPr>
            <a:picLocks noChangeAspect="1"/>
          </p:cNvPicPr>
          <p:nvPr/>
        </p:nvPicPr>
        <p:blipFill>
          <a:blip r:embed="rId4"/>
          <a:stretch>
            <a:fillRect/>
          </a:stretch>
        </p:blipFill>
        <p:spPr>
          <a:xfrm>
            <a:off x="492157" y="2922656"/>
            <a:ext cx="2819860" cy="1701829"/>
          </a:xfrm>
          <a:prstGeom prst="rect">
            <a:avLst/>
          </a:prstGeom>
        </p:spPr>
      </p:pic>
      <p:pic>
        <p:nvPicPr>
          <p:cNvPr id="10" name="Picture 9">
            <a:extLst>
              <a:ext uri="{FF2B5EF4-FFF2-40B4-BE49-F238E27FC236}">
                <a16:creationId xmlns:a16="http://schemas.microsoft.com/office/drawing/2014/main" id="{60DC340D-60AF-E499-3D2E-C6A51D1E5929}"/>
              </a:ext>
            </a:extLst>
          </p:cNvPr>
          <p:cNvPicPr>
            <a:picLocks noChangeAspect="1"/>
          </p:cNvPicPr>
          <p:nvPr/>
        </p:nvPicPr>
        <p:blipFill>
          <a:blip r:embed="rId5"/>
          <a:stretch>
            <a:fillRect/>
          </a:stretch>
        </p:blipFill>
        <p:spPr>
          <a:xfrm>
            <a:off x="2737671" y="704516"/>
            <a:ext cx="2752974" cy="2333575"/>
          </a:xfrm>
          <a:prstGeom prst="rect">
            <a:avLst/>
          </a:prstGeom>
        </p:spPr>
      </p:pic>
    </p:spTree>
    <p:extLst>
      <p:ext uri="{BB962C8B-B14F-4D97-AF65-F5344CB8AC3E}">
        <p14:creationId xmlns:p14="http://schemas.microsoft.com/office/powerpoint/2010/main" val="2478020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509B3-3068-87A2-C9FC-0CA0D12C6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D614A-62D4-CAE6-091C-6CEAAACD4B2D}"/>
              </a:ext>
            </a:extLst>
          </p:cNvPr>
          <p:cNvSpPr>
            <a:spLocks noGrp="1"/>
          </p:cNvSpPr>
          <p:nvPr>
            <p:ph type="title"/>
          </p:nvPr>
        </p:nvSpPr>
        <p:spPr>
          <a:xfrm>
            <a:off x="6651097" y="422551"/>
            <a:ext cx="5302778" cy="563930"/>
          </a:xfrm>
        </p:spPr>
        <p:txBody>
          <a:bodyPr/>
          <a:lstStyle/>
          <a:p>
            <a:r>
              <a:rPr lang="en-ZA" noProof="0" dirty="0"/>
              <a:t>Visitor</a:t>
            </a:r>
          </a:p>
        </p:txBody>
      </p:sp>
      <p:sp>
        <p:nvSpPr>
          <p:cNvPr id="3" name="Content Placeholder 2">
            <a:extLst>
              <a:ext uri="{FF2B5EF4-FFF2-40B4-BE49-F238E27FC236}">
                <a16:creationId xmlns:a16="http://schemas.microsoft.com/office/drawing/2014/main" id="{015F2D93-D18E-F4C4-8BFB-A98F6253374C}"/>
              </a:ext>
            </a:extLst>
          </p:cNvPr>
          <p:cNvSpPr>
            <a:spLocks noGrp="1"/>
          </p:cNvSpPr>
          <p:nvPr>
            <p:ph sz="quarter" idx="10"/>
          </p:nvPr>
        </p:nvSpPr>
        <p:spPr/>
        <p:txBody>
          <a:bodyPr>
            <a:normAutofit/>
          </a:bodyPr>
          <a:lstStyle/>
          <a:p>
            <a:pPr lvl="0"/>
            <a:r>
              <a:rPr lang="en-ZA" b="1" noProof="0" dirty="0"/>
              <a:t>Role:</a:t>
            </a:r>
          </a:p>
          <a:p>
            <a:pPr lvl="0"/>
            <a:r>
              <a:rPr lang="en-ZA" noProof="0" dirty="0"/>
              <a:t>Provides methods that use double dispatch to operate on the state Booleans of Work Items and Workflows in different ways.</a:t>
            </a:r>
          </a:p>
          <a:p>
            <a:pPr lvl="0"/>
            <a:r>
              <a:rPr lang="en-ZA" b="1" noProof="0" dirty="0"/>
              <a:t>Reason: </a:t>
            </a:r>
          </a:p>
          <a:p>
            <a:pPr lvl="0"/>
            <a:r>
              <a:rPr lang="en-ZA" dirty="0"/>
              <a:t>Components of Workflows differ in what they contain and what they do while still being similar in state. Visitor allows operations on the Booleans to match intent but cater to differences.</a:t>
            </a:r>
            <a:endParaRPr lang="en-ZA" noProof="0" dirty="0"/>
          </a:p>
          <a:p>
            <a:pPr lvl="0"/>
            <a:r>
              <a:rPr lang="en-ZA" b="1" noProof="0" dirty="0"/>
              <a:t>Relationships: </a:t>
            </a:r>
          </a:p>
          <a:p>
            <a:pPr lvl="0"/>
            <a:r>
              <a:rPr lang="en-ZA" noProof="0" dirty="0"/>
              <a:t>Instantiated in the Workflow Composite to provide double dispatching per Leaf or Composite.</a:t>
            </a:r>
          </a:p>
        </p:txBody>
      </p:sp>
      <p:pic>
        <p:nvPicPr>
          <p:cNvPr id="20" name="Picture 19">
            <a:extLst>
              <a:ext uri="{FF2B5EF4-FFF2-40B4-BE49-F238E27FC236}">
                <a16:creationId xmlns:a16="http://schemas.microsoft.com/office/drawing/2014/main" id="{DE910F19-6FE3-1069-68E5-4248592ABD41}"/>
              </a:ext>
            </a:extLst>
          </p:cNvPr>
          <p:cNvPicPr>
            <a:picLocks noChangeAspect="1"/>
          </p:cNvPicPr>
          <p:nvPr/>
        </p:nvPicPr>
        <p:blipFill>
          <a:blip r:embed="rId2"/>
          <a:stretch>
            <a:fillRect/>
          </a:stretch>
        </p:blipFill>
        <p:spPr>
          <a:xfrm>
            <a:off x="1852411" y="986481"/>
            <a:ext cx="2300489" cy="860727"/>
          </a:xfrm>
          <a:prstGeom prst="rect">
            <a:avLst/>
          </a:prstGeom>
        </p:spPr>
      </p:pic>
      <p:pic>
        <p:nvPicPr>
          <p:cNvPr id="22" name="Picture 21">
            <a:extLst>
              <a:ext uri="{FF2B5EF4-FFF2-40B4-BE49-F238E27FC236}">
                <a16:creationId xmlns:a16="http://schemas.microsoft.com/office/drawing/2014/main" id="{E6FE96D6-4D38-3F2B-47A7-EDD6828AC278}"/>
              </a:ext>
            </a:extLst>
          </p:cNvPr>
          <p:cNvPicPr>
            <a:picLocks noChangeAspect="1"/>
          </p:cNvPicPr>
          <p:nvPr/>
        </p:nvPicPr>
        <p:blipFill>
          <a:blip r:embed="rId3"/>
          <a:stretch>
            <a:fillRect/>
          </a:stretch>
        </p:blipFill>
        <p:spPr>
          <a:xfrm>
            <a:off x="523676" y="3610796"/>
            <a:ext cx="2300489" cy="845078"/>
          </a:xfrm>
          <a:prstGeom prst="rect">
            <a:avLst/>
          </a:prstGeom>
        </p:spPr>
      </p:pic>
      <p:pic>
        <p:nvPicPr>
          <p:cNvPr id="24" name="Picture 23">
            <a:extLst>
              <a:ext uri="{FF2B5EF4-FFF2-40B4-BE49-F238E27FC236}">
                <a16:creationId xmlns:a16="http://schemas.microsoft.com/office/drawing/2014/main" id="{E8D9F76E-CB45-096E-5E4C-71151E07A130}"/>
              </a:ext>
            </a:extLst>
          </p:cNvPr>
          <p:cNvPicPr>
            <a:picLocks noChangeAspect="1"/>
          </p:cNvPicPr>
          <p:nvPr/>
        </p:nvPicPr>
        <p:blipFill>
          <a:blip r:embed="rId4"/>
          <a:stretch>
            <a:fillRect/>
          </a:stretch>
        </p:blipFill>
        <p:spPr>
          <a:xfrm>
            <a:off x="504623" y="2440359"/>
            <a:ext cx="2316139" cy="837253"/>
          </a:xfrm>
          <a:prstGeom prst="rect">
            <a:avLst/>
          </a:prstGeom>
        </p:spPr>
      </p:pic>
      <p:pic>
        <p:nvPicPr>
          <p:cNvPr id="26" name="Picture 25">
            <a:extLst>
              <a:ext uri="{FF2B5EF4-FFF2-40B4-BE49-F238E27FC236}">
                <a16:creationId xmlns:a16="http://schemas.microsoft.com/office/drawing/2014/main" id="{8B42F42A-8BA1-83EA-0EE9-40A7E62A7333}"/>
              </a:ext>
            </a:extLst>
          </p:cNvPr>
          <p:cNvPicPr>
            <a:picLocks noChangeAspect="1"/>
          </p:cNvPicPr>
          <p:nvPr/>
        </p:nvPicPr>
        <p:blipFill>
          <a:blip r:embed="rId5"/>
          <a:stretch>
            <a:fillRect/>
          </a:stretch>
        </p:blipFill>
        <p:spPr>
          <a:xfrm>
            <a:off x="1747837" y="5027254"/>
            <a:ext cx="2308314" cy="821604"/>
          </a:xfrm>
          <a:prstGeom prst="rect">
            <a:avLst/>
          </a:prstGeom>
        </p:spPr>
      </p:pic>
      <p:pic>
        <p:nvPicPr>
          <p:cNvPr id="28" name="Picture 27">
            <a:extLst>
              <a:ext uri="{FF2B5EF4-FFF2-40B4-BE49-F238E27FC236}">
                <a16:creationId xmlns:a16="http://schemas.microsoft.com/office/drawing/2014/main" id="{227549BD-A0CA-AA13-F4AC-4F617B78CE40}"/>
              </a:ext>
            </a:extLst>
          </p:cNvPr>
          <p:cNvPicPr>
            <a:picLocks noChangeAspect="1"/>
          </p:cNvPicPr>
          <p:nvPr/>
        </p:nvPicPr>
        <p:blipFill>
          <a:blip r:embed="rId6"/>
          <a:stretch>
            <a:fillRect/>
          </a:stretch>
        </p:blipFill>
        <p:spPr>
          <a:xfrm>
            <a:off x="3062076" y="3634270"/>
            <a:ext cx="2316139" cy="821604"/>
          </a:xfrm>
          <a:prstGeom prst="rect">
            <a:avLst/>
          </a:prstGeom>
        </p:spPr>
      </p:pic>
      <p:pic>
        <p:nvPicPr>
          <p:cNvPr id="30" name="Picture 29">
            <a:extLst>
              <a:ext uri="{FF2B5EF4-FFF2-40B4-BE49-F238E27FC236}">
                <a16:creationId xmlns:a16="http://schemas.microsoft.com/office/drawing/2014/main" id="{0AE8986A-3C99-BF64-C9A9-7B65FA645B47}"/>
              </a:ext>
            </a:extLst>
          </p:cNvPr>
          <p:cNvPicPr>
            <a:picLocks noChangeAspect="1"/>
          </p:cNvPicPr>
          <p:nvPr/>
        </p:nvPicPr>
        <p:blipFill>
          <a:blip r:embed="rId7"/>
          <a:stretch>
            <a:fillRect/>
          </a:stretch>
        </p:blipFill>
        <p:spPr>
          <a:xfrm>
            <a:off x="3085893" y="2470298"/>
            <a:ext cx="2308314" cy="821604"/>
          </a:xfrm>
          <a:prstGeom prst="rect">
            <a:avLst/>
          </a:prstGeom>
        </p:spPr>
      </p:pic>
    </p:spTree>
    <p:extLst>
      <p:ext uri="{BB962C8B-B14F-4D97-AF65-F5344CB8AC3E}">
        <p14:creationId xmlns:p14="http://schemas.microsoft.com/office/powerpoint/2010/main" val="3139366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1863A-9F16-28AC-0CF2-F43AABA963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DAEA9A-8AA5-711C-6EFC-C92AAD1E78B1}"/>
              </a:ext>
            </a:extLst>
          </p:cNvPr>
          <p:cNvSpPr>
            <a:spLocks noGrp="1"/>
          </p:cNvSpPr>
          <p:nvPr>
            <p:ph type="title"/>
          </p:nvPr>
        </p:nvSpPr>
        <p:spPr/>
        <p:txBody>
          <a:bodyPr/>
          <a:lstStyle/>
          <a:p>
            <a:r>
              <a:rPr lang="en-ZA" noProof="0" dirty="0"/>
              <a:t>Memento</a:t>
            </a:r>
          </a:p>
        </p:txBody>
      </p:sp>
      <p:sp>
        <p:nvSpPr>
          <p:cNvPr id="3" name="Content Placeholder 2">
            <a:extLst>
              <a:ext uri="{FF2B5EF4-FFF2-40B4-BE49-F238E27FC236}">
                <a16:creationId xmlns:a16="http://schemas.microsoft.com/office/drawing/2014/main" id="{D8FB1B4E-0018-68AB-F987-6978ED6249D0}"/>
              </a:ext>
            </a:extLst>
          </p:cNvPr>
          <p:cNvSpPr>
            <a:spLocks noGrp="1"/>
          </p:cNvSpPr>
          <p:nvPr>
            <p:ph sz="quarter" idx="10"/>
          </p:nvPr>
        </p:nvSpPr>
        <p:spPr/>
        <p:txBody>
          <a:bodyPr>
            <a:normAutofit fontScale="92500"/>
          </a:bodyPr>
          <a:lstStyle/>
          <a:p>
            <a:pPr lvl="0"/>
            <a:r>
              <a:rPr lang="en-ZA" b="1" noProof="0" dirty="0"/>
              <a:t>Role:</a:t>
            </a:r>
          </a:p>
          <a:p>
            <a:pPr lvl="0"/>
            <a:r>
              <a:rPr lang="en-ZA" noProof="0" dirty="0"/>
              <a:t>Saves a snapshot of the current version of the system.</a:t>
            </a:r>
          </a:p>
          <a:p>
            <a:pPr lvl="0"/>
            <a:r>
              <a:rPr lang="en-ZA" noProof="0" dirty="0"/>
              <a:t>Provides version history.</a:t>
            </a:r>
          </a:p>
          <a:p>
            <a:pPr lvl="0"/>
            <a:r>
              <a:rPr lang="en-ZA" b="1" noProof="0" dirty="0"/>
              <a:t>Reason: </a:t>
            </a:r>
          </a:p>
          <a:p>
            <a:pPr lvl="0"/>
            <a:r>
              <a:rPr lang="en-ZA" noProof="0" dirty="0"/>
              <a:t>Often people give way to human error. Allows easy restoration after a mistake. </a:t>
            </a:r>
          </a:p>
          <a:p>
            <a:pPr lvl="0"/>
            <a:r>
              <a:rPr lang="en-ZA" noProof="0" dirty="0"/>
              <a:t>Memento tracks a process history so it can be documented throughout its lifecycle.</a:t>
            </a:r>
          </a:p>
          <a:p>
            <a:pPr lvl="0"/>
            <a:r>
              <a:rPr lang="en-ZA" b="1" noProof="0" dirty="0"/>
              <a:t>Relationships: </a:t>
            </a:r>
          </a:p>
          <a:p>
            <a:pPr lvl="0"/>
            <a:r>
              <a:rPr lang="en-ZA" noProof="0" dirty="0"/>
              <a:t>Works alongside Façade so versions can easily be saved, regressed or retrieved. Records State of the Workflow Composite. Uses Iterator to traverse version histories.</a:t>
            </a:r>
          </a:p>
          <a:p>
            <a:endParaRPr lang="en-ZA" noProof="0" dirty="0"/>
          </a:p>
        </p:txBody>
      </p:sp>
      <p:pic>
        <p:nvPicPr>
          <p:cNvPr id="8" name="Picture 7">
            <a:extLst>
              <a:ext uri="{FF2B5EF4-FFF2-40B4-BE49-F238E27FC236}">
                <a16:creationId xmlns:a16="http://schemas.microsoft.com/office/drawing/2014/main" id="{2AA94C2B-CB4D-38B4-F289-15D835F48E0B}"/>
              </a:ext>
            </a:extLst>
          </p:cNvPr>
          <p:cNvPicPr>
            <a:picLocks noChangeAspect="1"/>
          </p:cNvPicPr>
          <p:nvPr/>
        </p:nvPicPr>
        <p:blipFill>
          <a:blip r:embed="rId2"/>
          <a:stretch>
            <a:fillRect/>
          </a:stretch>
        </p:blipFill>
        <p:spPr>
          <a:xfrm>
            <a:off x="623404" y="4052044"/>
            <a:ext cx="4662972" cy="1400811"/>
          </a:xfrm>
          <a:prstGeom prst="rect">
            <a:avLst/>
          </a:prstGeom>
        </p:spPr>
      </p:pic>
      <p:pic>
        <p:nvPicPr>
          <p:cNvPr id="10" name="Picture 9">
            <a:extLst>
              <a:ext uri="{FF2B5EF4-FFF2-40B4-BE49-F238E27FC236}">
                <a16:creationId xmlns:a16="http://schemas.microsoft.com/office/drawing/2014/main" id="{C0D630AE-D0C9-6E78-0376-F7DCA95193A2}"/>
              </a:ext>
            </a:extLst>
          </p:cNvPr>
          <p:cNvPicPr>
            <a:picLocks noChangeAspect="1"/>
          </p:cNvPicPr>
          <p:nvPr/>
        </p:nvPicPr>
        <p:blipFill>
          <a:blip r:embed="rId3"/>
          <a:stretch>
            <a:fillRect/>
          </a:stretch>
        </p:blipFill>
        <p:spPr>
          <a:xfrm>
            <a:off x="1054387" y="1895402"/>
            <a:ext cx="3801005" cy="1047896"/>
          </a:xfrm>
          <a:prstGeom prst="rect">
            <a:avLst/>
          </a:prstGeom>
        </p:spPr>
      </p:pic>
    </p:spTree>
    <p:extLst>
      <p:ext uri="{BB962C8B-B14F-4D97-AF65-F5344CB8AC3E}">
        <p14:creationId xmlns:p14="http://schemas.microsoft.com/office/powerpoint/2010/main" val="1447967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61549-6ED5-B46C-6AFB-49F01326FB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DA574E-002C-0DA8-D82E-6A90D1654563}"/>
              </a:ext>
            </a:extLst>
          </p:cNvPr>
          <p:cNvSpPr>
            <a:spLocks noGrp="1"/>
          </p:cNvSpPr>
          <p:nvPr>
            <p:ph type="title"/>
          </p:nvPr>
        </p:nvSpPr>
        <p:spPr/>
        <p:txBody>
          <a:bodyPr/>
          <a:lstStyle/>
          <a:p>
            <a:r>
              <a:rPr lang="en-ZA" noProof="0" dirty="0"/>
              <a:t>Composite 2</a:t>
            </a:r>
          </a:p>
        </p:txBody>
      </p:sp>
      <p:sp>
        <p:nvSpPr>
          <p:cNvPr id="3" name="Content Placeholder 2">
            <a:extLst>
              <a:ext uri="{FF2B5EF4-FFF2-40B4-BE49-F238E27FC236}">
                <a16:creationId xmlns:a16="http://schemas.microsoft.com/office/drawing/2014/main" id="{A18A04FF-BBC2-0D4F-4EA7-862E91AC72A6}"/>
              </a:ext>
            </a:extLst>
          </p:cNvPr>
          <p:cNvSpPr>
            <a:spLocks noGrp="1"/>
          </p:cNvSpPr>
          <p:nvPr>
            <p:ph sz="quarter" idx="10"/>
          </p:nvPr>
        </p:nvSpPr>
        <p:spPr/>
        <p:txBody>
          <a:bodyPr>
            <a:normAutofit/>
          </a:bodyPr>
          <a:lstStyle/>
          <a:p>
            <a:pPr lvl="0"/>
            <a:r>
              <a:rPr lang="en-ZA" b="1" noProof="0" dirty="0"/>
              <a:t>Role:</a:t>
            </a:r>
          </a:p>
          <a:p>
            <a:pPr lvl="0"/>
            <a:r>
              <a:rPr lang="en-ZA" noProof="0" dirty="0"/>
              <a:t>Provide a recursive tree-like structure to store Teams and their Members.</a:t>
            </a:r>
          </a:p>
          <a:p>
            <a:pPr lvl="0"/>
            <a:r>
              <a:rPr lang="en-ZA" b="1" noProof="0" dirty="0"/>
              <a:t>Reason: </a:t>
            </a:r>
          </a:p>
          <a:p>
            <a:pPr lvl="0"/>
            <a:r>
              <a:rPr lang="en-ZA" noProof="0" dirty="0"/>
              <a:t>A Team can consist of multiple Members, each doing work on a different work item or all in one workflow.</a:t>
            </a:r>
          </a:p>
          <a:p>
            <a:pPr lvl="0"/>
            <a:r>
              <a:rPr lang="en-ZA" b="1" noProof="0" dirty="0"/>
              <a:t>Relationships: </a:t>
            </a:r>
          </a:p>
          <a:p>
            <a:pPr lvl="0"/>
            <a:r>
              <a:rPr lang="en-ZA" noProof="0" dirty="0"/>
              <a:t>Works alongside Façade to add Participants, Workflow Composite to do work on work items, And Chain of Responsibility to send work down a chain of Members until one can do the work.</a:t>
            </a:r>
          </a:p>
          <a:p>
            <a:endParaRPr lang="en-ZA" noProof="0" dirty="0"/>
          </a:p>
        </p:txBody>
      </p:sp>
      <p:pic>
        <p:nvPicPr>
          <p:cNvPr id="5" name="Picture 4">
            <a:extLst>
              <a:ext uri="{FF2B5EF4-FFF2-40B4-BE49-F238E27FC236}">
                <a16:creationId xmlns:a16="http://schemas.microsoft.com/office/drawing/2014/main" id="{21EB1AEA-1E20-5471-CC32-0082950DE596}"/>
              </a:ext>
            </a:extLst>
          </p:cNvPr>
          <p:cNvPicPr>
            <a:picLocks noChangeAspect="1"/>
          </p:cNvPicPr>
          <p:nvPr/>
        </p:nvPicPr>
        <p:blipFill>
          <a:blip r:embed="rId2"/>
          <a:stretch>
            <a:fillRect/>
          </a:stretch>
        </p:blipFill>
        <p:spPr>
          <a:xfrm>
            <a:off x="498709" y="704516"/>
            <a:ext cx="3073997" cy="3198125"/>
          </a:xfrm>
          <a:prstGeom prst="rect">
            <a:avLst/>
          </a:prstGeom>
        </p:spPr>
      </p:pic>
      <p:pic>
        <p:nvPicPr>
          <p:cNvPr id="8" name="Picture 7">
            <a:extLst>
              <a:ext uri="{FF2B5EF4-FFF2-40B4-BE49-F238E27FC236}">
                <a16:creationId xmlns:a16="http://schemas.microsoft.com/office/drawing/2014/main" id="{1B5EF201-490F-3E7A-702E-146213991C1F}"/>
              </a:ext>
            </a:extLst>
          </p:cNvPr>
          <p:cNvPicPr>
            <a:picLocks noChangeAspect="1"/>
          </p:cNvPicPr>
          <p:nvPr/>
        </p:nvPicPr>
        <p:blipFill>
          <a:blip r:embed="rId3"/>
          <a:stretch>
            <a:fillRect/>
          </a:stretch>
        </p:blipFill>
        <p:spPr>
          <a:xfrm>
            <a:off x="3634014" y="1895652"/>
            <a:ext cx="1832716" cy="1387315"/>
          </a:xfrm>
          <a:prstGeom prst="rect">
            <a:avLst/>
          </a:prstGeom>
        </p:spPr>
      </p:pic>
      <p:pic>
        <p:nvPicPr>
          <p:cNvPr id="10" name="Picture 9">
            <a:extLst>
              <a:ext uri="{FF2B5EF4-FFF2-40B4-BE49-F238E27FC236}">
                <a16:creationId xmlns:a16="http://schemas.microsoft.com/office/drawing/2014/main" id="{7210501A-32AE-1F4A-1072-BA8B6C992A48}"/>
              </a:ext>
            </a:extLst>
          </p:cNvPr>
          <p:cNvPicPr>
            <a:picLocks noChangeAspect="1"/>
          </p:cNvPicPr>
          <p:nvPr/>
        </p:nvPicPr>
        <p:blipFill>
          <a:blip r:embed="rId4"/>
          <a:stretch>
            <a:fillRect/>
          </a:stretch>
        </p:blipFill>
        <p:spPr>
          <a:xfrm>
            <a:off x="1595644" y="4050607"/>
            <a:ext cx="3117807" cy="2102877"/>
          </a:xfrm>
          <a:prstGeom prst="rect">
            <a:avLst/>
          </a:prstGeom>
        </p:spPr>
      </p:pic>
    </p:spTree>
    <p:extLst>
      <p:ext uri="{BB962C8B-B14F-4D97-AF65-F5344CB8AC3E}">
        <p14:creationId xmlns:p14="http://schemas.microsoft.com/office/powerpoint/2010/main" val="4098390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D4987-74C6-3822-27EA-DCCE63BF4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B8962-7AB3-28FD-F84B-950B7BF80C1B}"/>
              </a:ext>
            </a:extLst>
          </p:cNvPr>
          <p:cNvSpPr>
            <a:spLocks noGrp="1"/>
          </p:cNvSpPr>
          <p:nvPr>
            <p:ph type="title"/>
          </p:nvPr>
        </p:nvSpPr>
        <p:spPr/>
        <p:txBody>
          <a:bodyPr/>
          <a:lstStyle/>
          <a:p>
            <a:r>
              <a:rPr lang="en-ZA" noProof="0" dirty="0"/>
              <a:t>Observer</a:t>
            </a:r>
          </a:p>
        </p:txBody>
      </p:sp>
      <p:sp>
        <p:nvSpPr>
          <p:cNvPr id="3" name="Content Placeholder 2">
            <a:extLst>
              <a:ext uri="{FF2B5EF4-FFF2-40B4-BE49-F238E27FC236}">
                <a16:creationId xmlns:a16="http://schemas.microsoft.com/office/drawing/2014/main" id="{CF0F319F-7257-C30E-6025-AB7D1D550E1B}"/>
              </a:ext>
            </a:extLst>
          </p:cNvPr>
          <p:cNvSpPr>
            <a:spLocks noGrp="1"/>
          </p:cNvSpPr>
          <p:nvPr>
            <p:ph sz="quarter" idx="10"/>
          </p:nvPr>
        </p:nvSpPr>
        <p:spPr/>
        <p:txBody>
          <a:bodyPr>
            <a:normAutofit/>
          </a:bodyPr>
          <a:lstStyle/>
          <a:p>
            <a:pPr lvl="0"/>
            <a:r>
              <a:rPr lang="en-ZA" b="1" noProof="0" dirty="0"/>
              <a:t>Role:</a:t>
            </a:r>
          </a:p>
          <a:p>
            <a:pPr lvl="0"/>
            <a:r>
              <a:rPr lang="en-ZA" noProof="0" dirty="0"/>
              <a:t>Provides an Event registry for user-defined events that update all associated Workflow Components.</a:t>
            </a:r>
          </a:p>
          <a:p>
            <a:pPr lvl="0"/>
            <a:r>
              <a:rPr lang="en-ZA" b="1" noProof="0" dirty="0"/>
              <a:t>Reason: </a:t>
            </a:r>
          </a:p>
          <a:p>
            <a:pPr lvl="0"/>
            <a:r>
              <a:rPr lang="en-ZA" dirty="0"/>
              <a:t>Workflows would have specific circumstances where a factor occurs that causes certain workflows or work items to change state.</a:t>
            </a:r>
            <a:endParaRPr lang="en-ZA" noProof="0" dirty="0"/>
          </a:p>
          <a:p>
            <a:pPr lvl="0"/>
            <a:r>
              <a:rPr lang="en-ZA" b="1" noProof="0" dirty="0"/>
              <a:t>Relationships: </a:t>
            </a:r>
          </a:p>
          <a:p>
            <a:pPr lvl="0"/>
            <a:r>
              <a:rPr lang="en-ZA" noProof="0" dirty="0"/>
              <a:t>Works alongside Façade to notify the user of any changes, when a certain event occurs, as well as handlers so that they might respond to the event according</a:t>
            </a:r>
            <a:r>
              <a:rPr lang="en-ZA" dirty="0" err="1"/>
              <a:t>ly</a:t>
            </a:r>
            <a:r>
              <a:rPr lang="en-ZA" dirty="0"/>
              <a:t>. </a:t>
            </a:r>
            <a:endParaRPr lang="en-ZA" noProof="0" dirty="0"/>
          </a:p>
          <a:p>
            <a:endParaRPr lang="en-ZA" noProof="0" dirty="0"/>
          </a:p>
        </p:txBody>
      </p:sp>
      <p:pic>
        <p:nvPicPr>
          <p:cNvPr id="6" name="Picture 5">
            <a:extLst>
              <a:ext uri="{FF2B5EF4-FFF2-40B4-BE49-F238E27FC236}">
                <a16:creationId xmlns:a16="http://schemas.microsoft.com/office/drawing/2014/main" id="{C12E6D08-9BED-64DB-653C-CAFE9E3C871A}"/>
              </a:ext>
            </a:extLst>
          </p:cNvPr>
          <p:cNvPicPr>
            <a:picLocks noChangeAspect="1"/>
          </p:cNvPicPr>
          <p:nvPr/>
        </p:nvPicPr>
        <p:blipFill>
          <a:blip r:embed="rId2"/>
          <a:stretch>
            <a:fillRect/>
          </a:stretch>
        </p:blipFill>
        <p:spPr>
          <a:xfrm>
            <a:off x="878719" y="3148989"/>
            <a:ext cx="3107187" cy="1862856"/>
          </a:xfrm>
          <a:prstGeom prst="rect">
            <a:avLst/>
          </a:prstGeom>
        </p:spPr>
      </p:pic>
      <p:pic>
        <p:nvPicPr>
          <p:cNvPr id="8" name="Picture 7">
            <a:extLst>
              <a:ext uri="{FF2B5EF4-FFF2-40B4-BE49-F238E27FC236}">
                <a16:creationId xmlns:a16="http://schemas.microsoft.com/office/drawing/2014/main" id="{CB926AB0-D073-266E-F6E2-1C365D0D9877}"/>
              </a:ext>
            </a:extLst>
          </p:cNvPr>
          <p:cNvPicPr>
            <a:picLocks noChangeAspect="1"/>
          </p:cNvPicPr>
          <p:nvPr/>
        </p:nvPicPr>
        <p:blipFill>
          <a:blip r:embed="rId3"/>
          <a:stretch>
            <a:fillRect/>
          </a:stretch>
        </p:blipFill>
        <p:spPr>
          <a:xfrm>
            <a:off x="1700997" y="5113545"/>
            <a:ext cx="2677856" cy="989643"/>
          </a:xfrm>
          <a:prstGeom prst="rect">
            <a:avLst/>
          </a:prstGeom>
        </p:spPr>
      </p:pic>
      <p:pic>
        <p:nvPicPr>
          <p:cNvPr id="10" name="Picture 9">
            <a:extLst>
              <a:ext uri="{FF2B5EF4-FFF2-40B4-BE49-F238E27FC236}">
                <a16:creationId xmlns:a16="http://schemas.microsoft.com/office/drawing/2014/main" id="{2FEB1B21-0D79-E425-1F80-874074A0C011}"/>
              </a:ext>
            </a:extLst>
          </p:cNvPr>
          <p:cNvPicPr>
            <a:picLocks noChangeAspect="1"/>
          </p:cNvPicPr>
          <p:nvPr/>
        </p:nvPicPr>
        <p:blipFill>
          <a:blip r:embed="rId4"/>
          <a:stretch>
            <a:fillRect/>
          </a:stretch>
        </p:blipFill>
        <p:spPr>
          <a:xfrm>
            <a:off x="1121879" y="1563001"/>
            <a:ext cx="4344240" cy="931428"/>
          </a:xfrm>
          <a:prstGeom prst="rect">
            <a:avLst/>
          </a:prstGeom>
        </p:spPr>
      </p:pic>
      <p:pic>
        <p:nvPicPr>
          <p:cNvPr id="12" name="Picture 11">
            <a:extLst>
              <a:ext uri="{FF2B5EF4-FFF2-40B4-BE49-F238E27FC236}">
                <a16:creationId xmlns:a16="http://schemas.microsoft.com/office/drawing/2014/main" id="{4974134E-AAC1-E371-7F9F-444F8CC4C507}"/>
              </a:ext>
            </a:extLst>
          </p:cNvPr>
          <p:cNvPicPr>
            <a:picLocks noChangeAspect="1"/>
          </p:cNvPicPr>
          <p:nvPr/>
        </p:nvPicPr>
        <p:blipFill>
          <a:blip r:embed="rId5"/>
          <a:stretch>
            <a:fillRect/>
          </a:stretch>
        </p:blipFill>
        <p:spPr>
          <a:xfrm>
            <a:off x="485774" y="704516"/>
            <a:ext cx="3893079" cy="756785"/>
          </a:xfrm>
          <a:prstGeom prst="rect">
            <a:avLst/>
          </a:prstGeom>
        </p:spPr>
      </p:pic>
      <p:pic>
        <p:nvPicPr>
          <p:cNvPr id="14" name="Picture 13">
            <a:extLst>
              <a:ext uri="{FF2B5EF4-FFF2-40B4-BE49-F238E27FC236}">
                <a16:creationId xmlns:a16="http://schemas.microsoft.com/office/drawing/2014/main" id="{4FAA59C9-D78A-739B-A778-5C29411F39D2}"/>
              </a:ext>
            </a:extLst>
          </p:cNvPr>
          <p:cNvPicPr>
            <a:picLocks noChangeAspect="1"/>
          </p:cNvPicPr>
          <p:nvPr/>
        </p:nvPicPr>
        <p:blipFill>
          <a:blip r:embed="rId6"/>
          <a:stretch>
            <a:fillRect/>
          </a:stretch>
        </p:blipFill>
        <p:spPr>
          <a:xfrm>
            <a:off x="485774" y="2596129"/>
            <a:ext cx="3994954" cy="451160"/>
          </a:xfrm>
          <a:prstGeom prst="rect">
            <a:avLst/>
          </a:prstGeom>
        </p:spPr>
      </p:pic>
    </p:spTree>
    <p:extLst>
      <p:ext uri="{BB962C8B-B14F-4D97-AF65-F5344CB8AC3E}">
        <p14:creationId xmlns:p14="http://schemas.microsoft.com/office/powerpoint/2010/main" val="322042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74039-48C1-2D69-8352-8A07853CD5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2D4A0-A449-7946-D285-7DC10A1B0AAF}"/>
              </a:ext>
            </a:extLst>
          </p:cNvPr>
          <p:cNvSpPr>
            <a:spLocks noGrp="1"/>
          </p:cNvSpPr>
          <p:nvPr>
            <p:ph type="title"/>
          </p:nvPr>
        </p:nvSpPr>
        <p:spPr/>
        <p:txBody>
          <a:bodyPr/>
          <a:lstStyle/>
          <a:p>
            <a:r>
              <a:rPr lang="en-ZA" noProof="0" dirty="0"/>
              <a:t>Decorator</a:t>
            </a:r>
          </a:p>
        </p:txBody>
      </p:sp>
      <p:sp>
        <p:nvSpPr>
          <p:cNvPr id="3" name="Content Placeholder 2">
            <a:extLst>
              <a:ext uri="{FF2B5EF4-FFF2-40B4-BE49-F238E27FC236}">
                <a16:creationId xmlns:a16="http://schemas.microsoft.com/office/drawing/2014/main" id="{4C50D059-5E71-2A8B-B85A-743F34011888}"/>
              </a:ext>
            </a:extLst>
          </p:cNvPr>
          <p:cNvSpPr>
            <a:spLocks noGrp="1"/>
          </p:cNvSpPr>
          <p:nvPr>
            <p:ph sz="quarter" idx="10"/>
          </p:nvPr>
        </p:nvSpPr>
        <p:spPr/>
        <p:txBody>
          <a:bodyPr>
            <a:normAutofit/>
          </a:bodyPr>
          <a:lstStyle/>
          <a:p>
            <a:pPr lvl="0"/>
            <a:r>
              <a:rPr lang="en-ZA" b="1" noProof="0" dirty="0"/>
              <a:t>Role:</a:t>
            </a:r>
          </a:p>
          <a:p>
            <a:pPr lvl="0"/>
            <a:r>
              <a:rPr lang="en-ZA" noProof="0" dirty="0"/>
              <a:t>Provide additional functionality to </a:t>
            </a:r>
            <a:r>
              <a:rPr lang="en-ZA" dirty="0"/>
              <a:t>the Participant</a:t>
            </a:r>
            <a:r>
              <a:rPr lang="en-ZA" noProof="0" dirty="0"/>
              <a:t> Composite.</a:t>
            </a:r>
          </a:p>
          <a:p>
            <a:pPr lvl="0"/>
            <a:r>
              <a:rPr lang="en-ZA" b="1" noProof="0" dirty="0"/>
              <a:t>Reason: </a:t>
            </a:r>
          </a:p>
          <a:p>
            <a:pPr lvl="0"/>
            <a:r>
              <a:rPr lang="en-ZA" noProof="0" dirty="0"/>
              <a:t>Each Participant Component is generic. There was no way to differentiate members </a:t>
            </a:r>
            <a:r>
              <a:rPr lang="en-ZA" dirty="0"/>
              <a:t>by their Role or their role level, so Decorator provides this.</a:t>
            </a:r>
            <a:endParaRPr lang="en-ZA" noProof="0" dirty="0"/>
          </a:p>
          <a:p>
            <a:pPr lvl="0"/>
            <a:r>
              <a:rPr lang="en-ZA" b="1" noProof="0" dirty="0"/>
              <a:t>Relationships: </a:t>
            </a:r>
          </a:p>
          <a:p>
            <a:pPr lvl="0"/>
            <a:r>
              <a:rPr lang="en-ZA" noProof="0" dirty="0"/>
              <a:t>Works alongside Participant Composite, wrapping it to keep all current functionality while adding to it.</a:t>
            </a:r>
          </a:p>
          <a:p>
            <a:endParaRPr lang="en-ZA" noProof="0" dirty="0"/>
          </a:p>
        </p:txBody>
      </p:sp>
      <p:pic>
        <p:nvPicPr>
          <p:cNvPr id="6" name="Picture 5">
            <a:extLst>
              <a:ext uri="{FF2B5EF4-FFF2-40B4-BE49-F238E27FC236}">
                <a16:creationId xmlns:a16="http://schemas.microsoft.com/office/drawing/2014/main" id="{C1E3ED69-85E2-BA4B-67C6-98D01548ED7C}"/>
              </a:ext>
            </a:extLst>
          </p:cNvPr>
          <p:cNvPicPr>
            <a:picLocks noChangeAspect="1"/>
          </p:cNvPicPr>
          <p:nvPr/>
        </p:nvPicPr>
        <p:blipFill>
          <a:blip r:embed="rId2"/>
          <a:stretch>
            <a:fillRect/>
          </a:stretch>
        </p:blipFill>
        <p:spPr>
          <a:xfrm>
            <a:off x="635104" y="1313894"/>
            <a:ext cx="3210373" cy="2915057"/>
          </a:xfrm>
          <a:prstGeom prst="rect">
            <a:avLst/>
          </a:prstGeom>
        </p:spPr>
      </p:pic>
      <p:pic>
        <p:nvPicPr>
          <p:cNvPr id="8" name="Picture 7">
            <a:extLst>
              <a:ext uri="{FF2B5EF4-FFF2-40B4-BE49-F238E27FC236}">
                <a16:creationId xmlns:a16="http://schemas.microsoft.com/office/drawing/2014/main" id="{F88B5E13-9CA4-C10C-DF72-61DB6F85F38E}"/>
              </a:ext>
            </a:extLst>
          </p:cNvPr>
          <p:cNvPicPr>
            <a:picLocks noChangeAspect="1"/>
          </p:cNvPicPr>
          <p:nvPr/>
        </p:nvPicPr>
        <p:blipFill>
          <a:blip r:embed="rId3"/>
          <a:stretch>
            <a:fillRect/>
          </a:stretch>
        </p:blipFill>
        <p:spPr>
          <a:xfrm>
            <a:off x="2264106" y="4491551"/>
            <a:ext cx="3162741" cy="1219370"/>
          </a:xfrm>
          <a:prstGeom prst="rect">
            <a:avLst/>
          </a:prstGeom>
        </p:spPr>
      </p:pic>
    </p:spTree>
    <p:extLst>
      <p:ext uri="{BB962C8B-B14F-4D97-AF65-F5344CB8AC3E}">
        <p14:creationId xmlns:p14="http://schemas.microsoft.com/office/powerpoint/2010/main" val="1966615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F4F32-705D-1B51-938D-1DB665BAC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14FEE3-637F-2ED2-0258-9E0DBBB1062A}"/>
              </a:ext>
            </a:extLst>
          </p:cNvPr>
          <p:cNvSpPr>
            <a:spLocks noGrp="1"/>
          </p:cNvSpPr>
          <p:nvPr>
            <p:ph type="title"/>
          </p:nvPr>
        </p:nvSpPr>
        <p:spPr>
          <a:xfrm>
            <a:off x="6651097" y="422551"/>
            <a:ext cx="5302778" cy="563930"/>
          </a:xfrm>
        </p:spPr>
        <p:txBody>
          <a:bodyPr/>
          <a:lstStyle/>
          <a:p>
            <a:r>
              <a:rPr lang="en-ZA" noProof="0" dirty="0"/>
              <a:t>Chain of Responsibility</a:t>
            </a:r>
          </a:p>
        </p:txBody>
      </p:sp>
      <p:sp>
        <p:nvSpPr>
          <p:cNvPr id="3" name="Content Placeholder 2">
            <a:extLst>
              <a:ext uri="{FF2B5EF4-FFF2-40B4-BE49-F238E27FC236}">
                <a16:creationId xmlns:a16="http://schemas.microsoft.com/office/drawing/2014/main" id="{0771CD1D-2C09-86C7-BFDB-5AA6E85A1A3D}"/>
              </a:ext>
            </a:extLst>
          </p:cNvPr>
          <p:cNvSpPr>
            <a:spLocks noGrp="1"/>
          </p:cNvSpPr>
          <p:nvPr>
            <p:ph sz="quarter" idx="10"/>
          </p:nvPr>
        </p:nvSpPr>
        <p:spPr/>
        <p:txBody>
          <a:bodyPr>
            <a:normAutofit fontScale="92500" lnSpcReduction="10000"/>
          </a:bodyPr>
          <a:lstStyle/>
          <a:p>
            <a:pPr lvl="0"/>
            <a:r>
              <a:rPr lang="en-ZA" b="1" noProof="0" dirty="0"/>
              <a:t>Role:</a:t>
            </a:r>
          </a:p>
          <a:p>
            <a:pPr lvl="0"/>
            <a:r>
              <a:rPr lang="en-ZA" noProof="0" dirty="0"/>
              <a:t>Passes along work through members until a member with the ability to do the work claims it.</a:t>
            </a:r>
          </a:p>
          <a:p>
            <a:pPr lvl="0"/>
            <a:r>
              <a:rPr lang="en-ZA" b="1" noProof="0" dirty="0"/>
              <a:t>Reason: </a:t>
            </a:r>
          </a:p>
          <a:p>
            <a:pPr lvl="0"/>
            <a:r>
              <a:rPr lang="en-ZA" noProof="0" dirty="0"/>
              <a:t>If there are many work Items that need to be done, certain members may be able to take on more work or less. The Chain allows work to be most effectively handled through delegation.</a:t>
            </a:r>
          </a:p>
          <a:p>
            <a:pPr lvl="0"/>
            <a:r>
              <a:rPr lang="en-ZA" b="1" noProof="0" dirty="0"/>
              <a:t>Relationships: </a:t>
            </a:r>
          </a:p>
          <a:p>
            <a:pPr lvl="0"/>
            <a:r>
              <a:rPr lang="en-ZA" noProof="0" dirty="0"/>
              <a:t>Works alongside Participant Composite to enable handling of each work item in the composite, uses the Observer Pattern to update upon certain notifications, and uses Strategy to decide how to handle the work item per Link in the Chain.</a:t>
            </a:r>
          </a:p>
          <a:p>
            <a:endParaRPr lang="en-ZA" noProof="0" dirty="0"/>
          </a:p>
        </p:txBody>
      </p:sp>
      <p:pic>
        <p:nvPicPr>
          <p:cNvPr id="6" name="Picture 5">
            <a:extLst>
              <a:ext uri="{FF2B5EF4-FFF2-40B4-BE49-F238E27FC236}">
                <a16:creationId xmlns:a16="http://schemas.microsoft.com/office/drawing/2014/main" id="{B2AE78E4-9D57-B846-2B42-DCE19D4074DA}"/>
              </a:ext>
            </a:extLst>
          </p:cNvPr>
          <p:cNvPicPr>
            <a:picLocks noChangeAspect="1"/>
          </p:cNvPicPr>
          <p:nvPr/>
        </p:nvPicPr>
        <p:blipFill>
          <a:blip r:embed="rId2"/>
          <a:stretch>
            <a:fillRect/>
          </a:stretch>
        </p:blipFill>
        <p:spPr>
          <a:xfrm>
            <a:off x="637877" y="3429001"/>
            <a:ext cx="4661100" cy="1389288"/>
          </a:xfrm>
          <a:prstGeom prst="rect">
            <a:avLst/>
          </a:prstGeom>
        </p:spPr>
      </p:pic>
      <p:pic>
        <p:nvPicPr>
          <p:cNvPr id="8" name="Picture 7">
            <a:extLst>
              <a:ext uri="{FF2B5EF4-FFF2-40B4-BE49-F238E27FC236}">
                <a16:creationId xmlns:a16="http://schemas.microsoft.com/office/drawing/2014/main" id="{FC810F91-B4CF-B373-BA7B-BE6F1D77A515}"/>
              </a:ext>
            </a:extLst>
          </p:cNvPr>
          <p:cNvPicPr>
            <a:picLocks noChangeAspect="1"/>
          </p:cNvPicPr>
          <p:nvPr/>
        </p:nvPicPr>
        <p:blipFill>
          <a:blip r:embed="rId3"/>
          <a:stretch>
            <a:fillRect/>
          </a:stretch>
        </p:blipFill>
        <p:spPr>
          <a:xfrm>
            <a:off x="637877" y="2068095"/>
            <a:ext cx="4661100" cy="1360905"/>
          </a:xfrm>
          <a:prstGeom prst="rect">
            <a:avLst/>
          </a:prstGeom>
        </p:spPr>
      </p:pic>
    </p:spTree>
    <p:extLst>
      <p:ext uri="{BB962C8B-B14F-4D97-AF65-F5344CB8AC3E}">
        <p14:creationId xmlns:p14="http://schemas.microsoft.com/office/powerpoint/2010/main" val="4164095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0DCB6-580C-CF1C-2382-3C689CB85D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3212CA-687E-3F3E-3252-AC86733F0F28}"/>
              </a:ext>
            </a:extLst>
          </p:cNvPr>
          <p:cNvSpPr>
            <a:spLocks noGrp="1"/>
          </p:cNvSpPr>
          <p:nvPr>
            <p:ph type="title"/>
          </p:nvPr>
        </p:nvSpPr>
        <p:spPr>
          <a:xfrm>
            <a:off x="6651097" y="422551"/>
            <a:ext cx="5302778" cy="563930"/>
          </a:xfrm>
        </p:spPr>
        <p:txBody>
          <a:bodyPr/>
          <a:lstStyle/>
          <a:p>
            <a:r>
              <a:rPr lang="en-ZA" noProof="0" dirty="0"/>
              <a:t>Strategy</a:t>
            </a:r>
          </a:p>
        </p:txBody>
      </p:sp>
      <p:sp>
        <p:nvSpPr>
          <p:cNvPr id="3" name="Content Placeholder 2">
            <a:extLst>
              <a:ext uri="{FF2B5EF4-FFF2-40B4-BE49-F238E27FC236}">
                <a16:creationId xmlns:a16="http://schemas.microsoft.com/office/drawing/2014/main" id="{AC661231-17AE-60F5-1B96-30F51800F32A}"/>
              </a:ext>
            </a:extLst>
          </p:cNvPr>
          <p:cNvSpPr>
            <a:spLocks noGrp="1"/>
          </p:cNvSpPr>
          <p:nvPr>
            <p:ph sz="quarter" idx="10"/>
          </p:nvPr>
        </p:nvSpPr>
        <p:spPr/>
        <p:txBody>
          <a:bodyPr>
            <a:normAutofit/>
          </a:bodyPr>
          <a:lstStyle/>
          <a:p>
            <a:pPr lvl="0"/>
            <a:r>
              <a:rPr lang="en-ZA" b="1" noProof="0" dirty="0"/>
              <a:t>Role:</a:t>
            </a:r>
          </a:p>
          <a:p>
            <a:pPr lvl="0"/>
            <a:r>
              <a:rPr lang="en-ZA" noProof="0" dirty="0"/>
              <a:t>Provides different Templatised ways in which the work item passed to a link in the Chain of responsibility is handled.</a:t>
            </a:r>
          </a:p>
          <a:p>
            <a:pPr lvl="0"/>
            <a:r>
              <a:rPr lang="en-ZA" b="1" noProof="0" dirty="0"/>
              <a:t>Reason: </a:t>
            </a:r>
          </a:p>
          <a:p>
            <a:pPr lvl="0"/>
            <a:r>
              <a:rPr lang="en-ZA" noProof="0" dirty="0"/>
              <a:t>Each Member in the Chain may do work in a different way and there needs to be a way in which each member operates upon a work item.</a:t>
            </a:r>
          </a:p>
          <a:p>
            <a:pPr lvl="0"/>
            <a:r>
              <a:rPr lang="en-ZA" b="1" noProof="0" dirty="0"/>
              <a:t>Relationships: </a:t>
            </a:r>
          </a:p>
          <a:p>
            <a:pPr lvl="0"/>
            <a:r>
              <a:rPr lang="en-ZA" noProof="0" dirty="0"/>
              <a:t>Works within Chain of Responsibility, changing the algorithm that each link implements.</a:t>
            </a:r>
          </a:p>
          <a:p>
            <a:endParaRPr lang="en-ZA" noProof="0" dirty="0"/>
          </a:p>
        </p:txBody>
      </p:sp>
      <p:pic>
        <p:nvPicPr>
          <p:cNvPr id="6" name="Picture 5">
            <a:extLst>
              <a:ext uri="{FF2B5EF4-FFF2-40B4-BE49-F238E27FC236}">
                <a16:creationId xmlns:a16="http://schemas.microsoft.com/office/drawing/2014/main" id="{C3237F97-D24E-BB46-3BA5-1F41F4E2CD86}"/>
              </a:ext>
            </a:extLst>
          </p:cNvPr>
          <p:cNvPicPr>
            <a:picLocks noChangeAspect="1"/>
          </p:cNvPicPr>
          <p:nvPr/>
        </p:nvPicPr>
        <p:blipFill>
          <a:blip r:embed="rId2"/>
          <a:stretch>
            <a:fillRect/>
          </a:stretch>
        </p:blipFill>
        <p:spPr>
          <a:xfrm>
            <a:off x="974472" y="2190550"/>
            <a:ext cx="4016810" cy="938233"/>
          </a:xfrm>
          <a:prstGeom prst="rect">
            <a:avLst/>
          </a:prstGeom>
        </p:spPr>
      </p:pic>
      <p:pic>
        <p:nvPicPr>
          <p:cNvPr id="8" name="Picture 7">
            <a:extLst>
              <a:ext uri="{FF2B5EF4-FFF2-40B4-BE49-F238E27FC236}">
                <a16:creationId xmlns:a16="http://schemas.microsoft.com/office/drawing/2014/main" id="{8ED1A9AC-0DDC-ACC1-0DC1-0045031D6378}"/>
              </a:ext>
            </a:extLst>
          </p:cNvPr>
          <p:cNvPicPr>
            <a:picLocks noChangeAspect="1"/>
          </p:cNvPicPr>
          <p:nvPr/>
        </p:nvPicPr>
        <p:blipFill>
          <a:blip r:embed="rId3"/>
          <a:stretch>
            <a:fillRect/>
          </a:stretch>
        </p:blipFill>
        <p:spPr>
          <a:xfrm>
            <a:off x="974472" y="3128783"/>
            <a:ext cx="4024473" cy="1304484"/>
          </a:xfrm>
          <a:prstGeom prst="rect">
            <a:avLst/>
          </a:prstGeom>
        </p:spPr>
      </p:pic>
    </p:spTree>
    <p:extLst>
      <p:ext uri="{BB962C8B-B14F-4D97-AF65-F5344CB8AC3E}">
        <p14:creationId xmlns:p14="http://schemas.microsoft.com/office/powerpoint/2010/main" val="3754672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58586-C473-F7C7-39B3-12CFEE232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B3B09-6DA9-7892-E637-F502AC66F4D1}"/>
              </a:ext>
            </a:extLst>
          </p:cNvPr>
          <p:cNvSpPr>
            <a:spLocks noGrp="1"/>
          </p:cNvSpPr>
          <p:nvPr>
            <p:ph type="title"/>
          </p:nvPr>
        </p:nvSpPr>
        <p:spPr>
          <a:xfrm>
            <a:off x="6651097" y="422551"/>
            <a:ext cx="5302778" cy="563930"/>
          </a:xfrm>
        </p:spPr>
        <p:txBody>
          <a:bodyPr/>
          <a:lstStyle/>
          <a:p>
            <a:r>
              <a:rPr lang="en-ZA" noProof="0" dirty="0"/>
              <a:t>Iterator</a:t>
            </a:r>
          </a:p>
        </p:txBody>
      </p:sp>
      <p:sp>
        <p:nvSpPr>
          <p:cNvPr id="3" name="Content Placeholder 2">
            <a:extLst>
              <a:ext uri="{FF2B5EF4-FFF2-40B4-BE49-F238E27FC236}">
                <a16:creationId xmlns:a16="http://schemas.microsoft.com/office/drawing/2014/main" id="{47C5254C-7A7A-3674-52F2-8D2A69389462}"/>
              </a:ext>
            </a:extLst>
          </p:cNvPr>
          <p:cNvSpPr>
            <a:spLocks noGrp="1"/>
          </p:cNvSpPr>
          <p:nvPr>
            <p:ph sz="quarter" idx="10"/>
          </p:nvPr>
        </p:nvSpPr>
        <p:spPr/>
        <p:txBody>
          <a:bodyPr>
            <a:normAutofit/>
          </a:bodyPr>
          <a:lstStyle/>
          <a:p>
            <a:pPr lvl="0"/>
            <a:r>
              <a:rPr lang="en-ZA" b="1" noProof="0" dirty="0"/>
              <a:t>Role:</a:t>
            </a:r>
          </a:p>
          <a:p>
            <a:pPr lvl="0"/>
            <a:r>
              <a:rPr lang="en-ZA" dirty="0"/>
              <a:t>Provides a way to iterate through each node of a composite or version history.</a:t>
            </a:r>
            <a:endParaRPr lang="en-ZA" noProof="0" dirty="0"/>
          </a:p>
          <a:p>
            <a:pPr lvl="0"/>
            <a:r>
              <a:rPr lang="en-ZA" b="1" noProof="0" dirty="0"/>
              <a:t>Reason: </a:t>
            </a:r>
          </a:p>
          <a:p>
            <a:pPr lvl="0"/>
            <a:r>
              <a:rPr lang="en-ZA" noProof="0" dirty="0"/>
              <a:t>There is need to be able to traverse through the Workflow Composite tree to count work items and another need to iterate through the version history to document changes.</a:t>
            </a:r>
          </a:p>
          <a:p>
            <a:pPr lvl="0"/>
            <a:r>
              <a:rPr lang="en-ZA" b="1" noProof="0" dirty="0"/>
              <a:t>Relationships: </a:t>
            </a:r>
          </a:p>
          <a:p>
            <a:pPr lvl="0"/>
            <a:r>
              <a:rPr lang="en-ZA" noProof="0" dirty="0"/>
              <a:t>Works within the Memento to traverse version history and within the Workflow Composite to traverse though its work items.</a:t>
            </a:r>
          </a:p>
        </p:txBody>
      </p:sp>
      <p:pic>
        <p:nvPicPr>
          <p:cNvPr id="6" name="Picture 5">
            <a:extLst>
              <a:ext uri="{FF2B5EF4-FFF2-40B4-BE49-F238E27FC236}">
                <a16:creationId xmlns:a16="http://schemas.microsoft.com/office/drawing/2014/main" id="{2816CB08-A0BC-D964-B952-8CAE5ABA6657}"/>
              </a:ext>
            </a:extLst>
          </p:cNvPr>
          <p:cNvPicPr>
            <a:picLocks noChangeAspect="1"/>
          </p:cNvPicPr>
          <p:nvPr/>
        </p:nvPicPr>
        <p:blipFill>
          <a:blip r:embed="rId2"/>
          <a:stretch>
            <a:fillRect/>
          </a:stretch>
        </p:blipFill>
        <p:spPr>
          <a:xfrm>
            <a:off x="2721110" y="704516"/>
            <a:ext cx="2819794" cy="847843"/>
          </a:xfrm>
          <a:prstGeom prst="rect">
            <a:avLst/>
          </a:prstGeom>
        </p:spPr>
      </p:pic>
      <p:pic>
        <p:nvPicPr>
          <p:cNvPr id="8" name="Picture 7">
            <a:extLst>
              <a:ext uri="{FF2B5EF4-FFF2-40B4-BE49-F238E27FC236}">
                <a16:creationId xmlns:a16="http://schemas.microsoft.com/office/drawing/2014/main" id="{F213BFA0-E00E-EBC6-9E9B-0C44FDF6DEEC}"/>
              </a:ext>
            </a:extLst>
          </p:cNvPr>
          <p:cNvPicPr>
            <a:picLocks noChangeAspect="1"/>
          </p:cNvPicPr>
          <p:nvPr/>
        </p:nvPicPr>
        <p:blipFill>
          <a:blip r:embed="rId3"/>
          <a:stretch>
            <a:fillRect/>
          </a:stretch>
        </p:blipFill>
        <p:spPr>
          <a:xfrm>
            <a:off x="458456" y="3916231"/>
            <a:ext cx="5006519" cy="2192748"/>
          </a:xfrm>
          <a:prstGeom prst="rect">
            <a:avLst/>
          </a:prstGeom>
        </p:spPr>
      </p:pic>
      <p:pic>
        <p:nvPicPr>
          <p:cNvPr id="10" name="Picture 9">
            <a:extLst>
              <a:ext uri="{FF2B5EF4-FFF2-40B4-BE49-F238E27FC236}">
                <a16:creationId xmlns:a16="http://schemas.microsoft.com/office/drawing/2014/main" id="{1A20535E-51E5-B27F-C77C-19D0A4215B81}"/>
              </a:ext>
            </a:extLst>
          </p:cNvPr>
          <p:cNvPicPr>
            <a:picLocks noChangeAspect="1"/>
          </p:cNvPicPr>
          <p:nvPr/>
        </p:nvPicPr>
        <p:blipFill>
          <a:blip r:embed="rId4"/>
          <a:stretch>
            <a:fillRect/>
          </a:stretch>
        </p:blipFill>
        <p:spPr>
          <a:xfrm>
            <a:off x="458456" y="704516"/>
            <a:ext cx="1743318" cy="1362265"/>
          </a:xfrm>
          <a:prstGeom prst="rect">
            <a:avLst/>
          </a:prstGeom>
        </p:spPr>
      </p:pic>
      <p:pic>
        <p:nvPicPr>
          <p:cNvPr id="12" name="Picture 11">
            <a:extLst>
              <a:ext uri="{FF2B5EF4-FFF2-40B4-BE49-F238E27FC236}">
                <a16:creationId xmlns:a16="http://schemas.microsoft.com/office/drawing/2014/main" id="{2BCCC11C-33A4-56AE-1BF2-63B222766756}"/>
              </a:ext>
            </a:extLst>
          </p:cNvPr>
          <p:cNvPicPr>
            <a:picLocks noChangeAspect="1"/>
          </p:cNvPicPr>
          <p:nvPr/>
        </p:nvPicPr>
        <p:blipFill>
          <a:blip r:embed="rId5"/>
          <a:stretch>
            <a:fillRect/>
          </a:stretch>
        </p:blipFill>
        <p:spPr>
          <a:xfrm>
            <a:off x="2281535" y="1667728"/>
            <a:ext cx="3259369" cy="2133134"/>
          </a:xfrm>
          <a:prstGeom prst="rect">
            <a:avLst/>
          </a:prstGeom>
        </p:spPr>
      </p:pic>
    </p:spTree>
    <p:extLst>
      <p:ext uri="{BB962C8B-B14F-4D97-AF65-F5344CB8AC3E}">
        <p14:creationId xmlns:p14="http://schemas.microsoft.com/office/powerpoint/2010/main" val="2209840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E6AC1-45AF-F081-BA72-211AE9E33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24958-6A30-5A57-BAF0-01931D5420F6}"/>
              </a:ext>
            </a:extLst>
          </p:cNvPr>
          <p:cNvSpPr>
            <a:spLocks noGrp="1"/>
          </p:cNvSpPr>
          <p:nvPr>
            <p:ph type="title"/>
          </p:nvPr>
        </p:nvSpPr>
        <p:spPr>
          <a:xfrm>
            <a:off x="6651097" y="422551"/>
            <a:ext cx="5302778" cy="563930"/>
          </a:xfrm>
        </p:spPr>
        <p:txBody>
          <a:bodyPr/>
          <a:lstStyle/>
          <a:p>
            <a:r>
              <a:rPr lang="en-ZA" noProof="0" dirty="0"/>
              <a:t>Template Method</a:t>
            </a:r>
          </a:p>
        </p:txBody>
      </p:sp>
      <p:sp>
        <p:nvSpPr>
          <p:cNvPr id="3" name="Content Placeholder 2">
            <a:extLst>
              <a:ext uri="{FF2B5EF4-FFF2-40B4-BE49-F238E27FC236}">
                <a16:creationId xmlns:a16="http://schemas.microsoft.com/office/drawing/2014/main" id="{8EF93F57-38D6-25AD-67D1-611AE6512F20}"/>
              </a:ext>
            </a:extLst>
          </p:cNvPr>
          <p:cNvSpPr>
            <a:spLocks noGrp="1"/>
          </p:cNvSpPr>
          <p:nvPr>
            <p:ph sz="quarter" idx="10"/>
          </p:nvPr>
        </p:nvSpPr>
        <p:spPr/>
        <p:txBody>
          <a:bodyPr>
            <a:normAutofit/>
          </a:bodyPr>
          <a:lstStyle/>
          <a:p>
            <a:pPr lvl="0"/>
            <a:r>
              <a:rPr lang="en-ZA" b="1" noProof="0" dirty="0"/>
              <a:t>Role:</a:t>
            </a:r>
          </a:p>
          <a:p>
            <a:pPr lvl="0"/>
            <a:r>
              <a:rPr lang="en-ZA" dirty="0"/>
              <a:t>The observer calls a template method update that performs a sequence of primitive operations, </a:t>
            </a:r>
            <a:r>
              <a:rPr lang="en-ZA" dirty="0" err="1"/>
              <a:t>shouldReact</a:t>
            </a:r>
            <a:r>
              <a:rPr lang="en-ZA" dirty="0"/>
              <a:t>, </a:t>
            </a:r>
            <a:r>
              <a:rPr lang="en-ZA" dirty="0" err="1"/>
              <a:t>applyAction</a:t>
            </a:r>
            <a:r>
              <a:rPr lang="en-ZA" dirty="0"/>
              <a:t> and </a:t>
            </a:r>
            <a:r>
              <a:rPr lang="en-ZA" dirty="0" err="1"/>
              <a:t>afterUpdate</a:t>
            </a:r>
            <a:r>
              <a:rPr lang="en-ZA" dirty="0"/>
              <a:t>.</a:t>
            </a:r>
            <a:endParaRPr lang="en-ZA" noProof="0" dirty="0"/>
          </a:p>
          <a:p>
            <a:pPr lvl="0"/>
            <a:r>
              <a:rPr lang="en-ZA" b="1" noProof="0" dirty="0"/>
              <a:t>Reason: </a:t>
            </a:r>
          </a:p>
          <a:p>
            <a:pPr lvl="0"/>
            <a:r>
              <a:rPr lang="en-ZA" noProof="0" dirty="0"/>
              <a:t>Observers are based on the events registry and with this means that certain observers should update on certain requirements and in unique ways.</a:t>
            </a:r>
          </a:p>
          <a:p>
            <a:pPr lvl="0"/>
            <a:r>
              <a:rPr lang="en-ZA" b="1" noProof="0" dirty="0"/>
              <a:t>Relationships: </a:t>
            </a:r>
          </a:p>
          <a:p>
            <a:pPr lvl="0"/>
            <a:r>
              <a:rPr lang="en-ZA" noProof="0" dirty="0"/>
              <a:t>Lies </a:t>
            </a:r>
            <a:r>
              <a:rPr lang="en-ZA" dirty="0"/>
              <a:t>within the Observer Pattern.</a:t>
            </a:r>
            <a:endParaRPr lang="en-ZA" noProof="0" dirty="0"/>
          </a:p>
        </p:txBody>
      </p:sp>
      <p:pic>
        <p:nvPicPr>
          <p:cNvPr id="10" name="Picture 9">
            <a:extLst>
              <a:ext uri="{FF2B5EF4-FFF2-40B4-BE49-F238E27FC236}">
                <a16:creationId xmlns:a16="http://schemas.microsoft.com/office/drawing/2014/main" id="{93D8C0B6-1FD9-BA3F-68FF-E25E41BC80CE}"/>
              </a:ext>
            </a:extLst>
          </p:cNvPr>
          <p:cNvPicPr>
            <a:picLocks noChangeAspect="1"/>
          </p:cNvPicPr>
          <p:nvPr/>
        </p:nvPicPr>
        <p:blipFill>
          <a:blip r:embed="rId2"/>
          <a:stretch>
            <a:fillRect/>
          </a:stretch>
        </p:blipFill>
        <p:spPr>
          <a:xfrm>
            <a:off x="598004" y="2910338"/>
            <a:ext cx="4838146" cy="1037324"/>
          </a:xfrm>
          <a:prstGeom prst="rect">
            <a:avLst/>
          </a:prstGeom>
        </p:spPr>
      </p:pic>
    </p:spTree>
    <p:extLst>
      <p:ext uri="{BB962C8B-B14F-4D97-AF65-F5344CB8AC3E}">
        <p14:creationId xmlns:p14="http://schemas.microsoft.com/office/powerpoint/2010/main" val="3361870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75AA1-5142-96DD-504A-29A8FBE0C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84979C-7455-F078-10B1-33D1845CA697}"/>
              </a:ext>
            </a:extLst>
          </p:cNvPr>
          <p:cNvSpPr>
            <a:spLocks noGrp="1"/>
          </p:cNvSpPr>
          <p:nvPr>
            <p:ph type="title"/>
          </p:nvPr>
        </p:nvSpPr>
        <p:spPr>
          <a:xfrm>
            <a:off x="810001" y="1741064"/>
            <a:ext cx="10571998" cy="1928264"/>
          </a:xfrm>
        </p:spPr>
        <p:txBody>
          <a:bodyPr/>
          <a:lstStyle/>
          <a:p>
            <a:pPr lvl="0"/>
            <a:r>
              <a:rPr lang="en-ZA" sz="4800" noProof="0" dirty="0"/>
              <a:t>Frontend</a:t>
            </a:r>
          </a:p>
        </p:txBody>
      </p:sp>
      <p:sp>
        <p:nvSpPr>
          <p:cNvPr id="3" name="Subtitle 2">
            <a:extLst>
              <a:ext uri="{FF2B5EF4-FFF2-40B4-BE49-F238E27FC236}">
                <a16:creationId xmlns:a16="http://schemas.microsoft.com/office/drawing/2014/main" id="{FA1DC89D-3720-8F56-E7BF-F10DA77B6C29}"/>
              </a:ext>
            </a:extLst>
          </p:cNvPr>
          <p:cNvSpPr>
            <a:spLocks noGrp="1"/>
          </p:cNvSpPr>
          <p:nvPr>
            <p:ph type="subTitle" idx="1"/>
          </p:nvPr>
        </p:nvSpPr>
        <p:spPr>
          <a:xfrm>
            <a:off x="810000" y="3694102"/>
            <a:ext cx="10572000" cy="896468"/>
          </a:xfrm>
        </p:spPr>
        <p:txBody>
          <a:bodyPr/>
          <a:lstStyle/>
          <a:p>
            <a:pPr lvl="0"/>
            <a:r>
              <a:rPr lang="en-ZA" noProof="0" dirty="0"/>
              <a:t>Simple But Effective.</a:t>
            </a:r>
          </a:p>
        </p:txBody>
      </p:sp>
    </p:spTree>
    <p:extLst>
      <p:ext uri="{BB962C8B-B14F-4D97-AF65-F5344CB8AC3E}">
        <p14:creationId xmlns:p14="http://schemas.microsoft.com/office/powerpoint/2010/main" val="3226493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A7FA7-BD37-218F-D0B6-A6AA1360A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D195CE-8A3D-F0D1-0D2B-F5AF93D34602}"/>
              </a:ext>
            </a:extLst>
          </p:cNvPr>
          <p:cNvSpPr>
            <a:spLocks noGrp="1"/>
          </p:cNvSpPr>
          <p:nvPr>
            <p:ph type="title"/>
          </p:nvPr>
        </p:nvSpPr>
        <p:spPr>
          <a:xfrm>
            <a:off x="550717" y="924339"/>
            <a:ext cx="3990110" cy="5009322"/>
          </a:xfrm>
        </p:spPr>
        <p:txBody>
          <a:bodyPr/>
          <a:lstStyle/>
          <a:p>
            <a:r>
              <a:rPr lang="en-ZA" noProof="0" dirty="0"/>
              <a:t>Frontend</a:t>
            </a:r>
          </a:p>
        </p:txBody>
      </p:sp>
      <p:sp>
        <p:nvSpPr>
          <p:cNvPr id="3" name="Content Placeholder 2">
            <a:extLst>
              <a:ext uri="{FF2B5EF4-FFF2-40B4-BE49-F238E27FC236}">
                <a16:creationId xmlns:a16="http://schemas.microsoft.com/office/drawing/2014/main" id="{7ADAEAB0-7218-D62F-8807-7DF578F41CB3}"/>
              </a:ext>
            </a:extLst>
          </p:cNvPr>
          <p:cNvSpPr>
            <a:spLocks noGrp="1"/>
          </p:cNvSpPr>
          <p:nvPr>
            <p:ph sz="quarter" idx="10"/>
          </p:nvPr>
        </p:nvSpPr>
        <p:spPr>
          <a:xfrm>
            <a:off x="5375368" y="657640"/>
            <a:ext cx="5684373" cy="990185"/>
          </a:xfrm>
        </p:spPr>
        <p:txBody>
          <a:bodyPr/>
          <a:lstStyle/>
          <a:p>
            <a:pPr lvl="0"/>
            <a:r>
              <a:rPr lang="en-ZA" noProof="0" dirty="0"/>
              <a:t>For frontend, 5 guys (but only 3 are guys), decided to go with the simple use of the terminal. </a:t>
            </a:r>
          </a:p>
        </p:txBody>
      </p:sp>
      <p:sp>
        <p:nvSpPr>
          <p:cNvPr id="4" name="Rectangle 3">
            <a:extLst>
              <a:ext uri="{FF2B5EF4-FFF2-40B4-BE49-F238E27FC236}">
                <a16:creationId xmlns:a16="http://schemas.microsoft.com/office/drawing/2014/main" id="{BA304CD6-91DE-5BC4-2F9C-64A3835CB3D9}"/>
              </a:ext>
            </a:extLst>
          </p:cNvPr>
          <p:cNvSpPr/>
          <p:nvPr/>
        </p:nvSpPr>
        <p:spPr>
          <a:xfrm>
            <a:off x="4991101" y="1724025"/>
            <a:ext cx="6457950" cy="4476335"/>
          </a:xfrm>
          <a:prstGeom prst="rect">
            <a:avLst/>
          </a:prstGeom>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ctr"/>
            <a:r>
              <a:rPr lang="en-ZA" dirty="0"/>
              <a:t>Terminal Image</a:t>
            </a:r>
          </a:p>
        </p:txBody>
      </p:sp>
    </p:spTree>
    <p:extLst>
      <p:ext uri="{BB962C8B-B14F-4D97-AF65-F5344CB8AC3E}">
        <p14:creationId xmlns:p14="http://schemas.microsoft.com/office/powerpoint/2010/main" val="3931160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3D1EA-D868-3D01-4351-09D244E13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EDB22-96EC-7819-CAD6-467D0B333BF5}"/>
              </a:ext>
            </a:extLst>
          </p:cNvPr>
          <p:cNvSpPr>
            <a:spLocks noGrp="1"/>
          </p:cNvSpPr>
          <p:nvPr>
            <p:ph type="title"/>
          </p:nvPr>
        </p:nvSpPr>
        <p:spPr>
          <a:xfrm>
            <a:off x="810001" y="1741064"/>
            <a:ext cx="10571998" cy="1928264"/>
          </a:xfrm>
        </p:spPr>
        <p:txBody>
          <a:bodyPr/>
          <a:lstStyle/>
          <a:p>
            <a:pPr lvl="0"/>
            <a:r>
              <a:rPr lang="en-ZA" sz="4800" noProof="0" dirty="0" err="1"/>
              <a:t>Doxygen</a:t>
            </a:r>
            <a:endParaRPr lang="en-ZA" sz="4800" noProof="0" dirty="0"/>
          </a:p>
        </p:txBody>
      </p:sp>
      <p:sp>
        <p:nvSpPr>
          <p:cNvPr id="3" name="Subtitle 2">
            <a:extLst>
              <a:ext uri="{FF2B5EF4-FFF2-40B4-BE49-F238E27FC236}">
                <a16:creationId xmlns:a16="http://schemas.microsoft.com/office/drawing/2014/main" id="{4183FBE8-D569-FA7A-8723-F40EE51CF941}"/>
              </a:ext>
            </a:extLst>
          </p:cNvPr>
          <p:cNvSpPr>
            <a:spLocks noGrp="1"/>
          </p:cNvSpPr>
          <p:nvPr>
            <p:ph type="subTitle" idx="1"/>
          </p:nvPr>
        </p:nvSpPr>
        <p:spPr>
          <a:xfrm>
            <a:off x="810000" y="3694102"/>
            <a:ext cx="10572000" cy="896468"/>
          </a:xfrm>
        </p:spPr>
        <p:txBody>
          <a:bodyPr/>
          <a:lstStyle/>
          <a:p>
            <a:pPr lvl="0"/>
            <a:r>
              <a:rPr lang="en-ZA" noProof="0" dirty="0"/>
              <a:t>How we documented our system.</a:t>
            </a:r>
          </a:p>
        </p:txBody>
      </p:sp>
    </p:spTree>
    <p:extLst>
      <p:ext uri="{BB962C8B-B14F-4D97-AF65-F5344CB8AC3E}">
        <p14:creationId xmlns:p14="http://schemas.microsoft.com/office/powerpoint/2010/main" val="1746207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8CB40-3437-2BF3-84F4-290805EDF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8B0F4-8AD8-1EB3-97D9-755AB51781DA}"/>
              </a:ext>
            </a:extLst>
          </p:cNvPr>
          <p:cNvSpPr>
            <a:spLocks noGrp="1"/>
          </p:cNvSpPr>
          <p:nvPr>
            <p:ph type="title"/>
          </p:nvPr>
        </p:nvSpPr>
        <p:spPr>
          <a:xfrm>
            <a:off x="550717" y="924339"/>
            <a:ext cx="3990110" cy="5009322"/>
          </a:xfrm>
        </p:spPr>
        <p:txBody>
          <a:bodyPr/>
          <a:lstStyle/>
          <a:p>
            <a:r>
              <a:rPr lang="en-ZA" noProof="0" dirty="0" err="1"/>
              <a:t>DoxyFile</a:t>
            </a:r>
            <a:endParaRPr lang="en-ZA" noProof="0" dirty="0"/>
          </a:p>
        </p:txBody>
      </p:sp>
      <p:sp>
        <p:nvSpPr>
          <p:cNvPr id="4" name="Rectangle 3">
            <a:extLst>
              <a:ext uri="{FF2B5EF4-FFF2-40B4-BE49-F238E27FC236}">
                <a16:creationId xmlns:a16="http://schemas.microsoft.com/office/drawing/2014/main" id="{EFCD5A76-3277-8912-B0A7-06C6ACB5308E}"/>
              </a:ext>
            </a:extLst>
          </p:cNvPr>
          <p:cNvSpPr/>
          <p:nvPr/>
        </p:nvSpPr>
        <p:spPr>
          <a:xfrm>
            <a:off x="4933951" y="685801"/>
            <a:ext cx="6515100" cy="5514560"/>
          </a:xfrm>
          <a:prstGeom prst="rect">
            <a:avLst/>
          </a:prstGeom>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ctr"/>
            <a:r>
              <a:rPr lang="en-ZA" dirty="0" err="1"/>
              <a:t>Doxygen</a:t>
            </a:r>
            <a:r>
              <a:rPr lang="en-ZA" dirty="0"/>
              <a:t> file</a:t>
            </a:r>
          </a:p>
        </p:txBody>
      </p:sp>
    </p:spTree>
    <p:extLst>
      <p:ext uri="{BB962C8B-B14F-4D97-AF65-F5344CB8AC3E}">
        <p14:creationId xmlns:p14="http://schemas.microsoft.com/office/powerpoint/2010/main" val="3609821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73CDE-EC2D-204A-4CE6-9C4EAAF673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DE289-F455-1414-1E23-82E7FBE44BC4}"/>
              </a:ext>
            </a:extLst>
          </p:cNvPr>
          <p:cNvSpPr>
            <a:spLocks noGrp="1"/>
          </p:cNvSpPr>
          <p:nvPr>
            <p:ph type="title"/>
          </p:nvPr>
        </p:nvSpPr>
        <p:spPr>
          <a:xfrm>
            <a:off x="810001" y="1741064"/>
            <a:ext cx="10571998" cy="1928264"/>
          </a:xfrm>
        </p:spPr>
        <p:txBody>
          <a:bodyPr/>
          <a:lstStyle/>
          <a:p>
            <a:pPr lvl="0"/>
            <a:r>
              <a:rPr lang="en-ZA" sz="4800" noProof="0" dirty="0"/>
              <a:t>Docker</a:t>
            </a:r>
          </a:p>
        </p:txBody>
      </p:sp>
      <p:sp>
        <p:nvSpPr>
          <p:cNvPr id="3" name="Subtitle 2">
            <a:extLst>
              <a:ext uri="{FF2B5EF4-FFF2-40B4-BE49-F238E27FC236}">
                <a16:creationId xmlns:a16="http://schemas.microsoft.com/office/drawing/2014/main" id="{2732F523-F02A-9FB4-C80D-062947E9C6C6}"/>
              </a:ext>
            </a:extLst>
          </p:cNvPr>
          <p:cNvSpPr>
            <a:spLocks noGrp="1"/>
          </p:cNvSpPr>
          <p:nvPr>
            <p:ph type="subTitle" idx="1"/>
          </p:nvPr>
        </p:nvSpPr>
        <p:spPr>
          <a:xfrm>
            <a:off x="810000" y="3694102"/>
            <a:ext cx="10572000" cy="896468"/>
          </a:xfrm>
        </p:spPr>
        <p:txBody>
          <a:bodyPr/>
          <a:lstStyle/>
          <a:p>
            <a:pPr lvl="0"/>
            <a:r>
              <a:rPr lang="en-ZA" noProof="0" dirty="0"/>
              <a:t>Running a system in a Container.</a:t>
            </a:r>
          </a:p>
        </p:txBody>
      </p:sp>
    </p:spTree>
    <p:extLst>
      <p:ext uri="{BB962C8B-B14F-4D97-AF65-F5344CB8AC3E}">
        <p14:creationId xmlns:p14="http://schemas.microsoft.com/office/powerpoint/2010/main" val="3360947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AD30D-9255-268A-ACD9-F654BFAED4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8F507-B358-659E-206E-8101929102DC}"/>
              </a:ext>
            </a:extLst>
          </p:cNvPr>
          <p:cNvSpPr>
            <a:spLocks noGrp="1"/>
          </p:cNvSpPr>
          <p:nvPr>
            <p:ph type="title"/>
          </p:nvPr>
        </p:nvSpPr>
        <p:spPr>
          <a:xfrm>
            <a:off x="529935" y="571499"/>
            <a:ext cx="11118274" cy="1154114"/>
          </a:xfrm>
        </p:spPr>
        <p:txBody>
          <a:bodyPr/>
          <a:lstStyle/>
          <a:p>
            <a:pPr lvl="0"/>
            <a:r>
              <a:rPr lang="en-ZA" noProof="0" dirty="0" err="1"/>
              <a:t>DockerFile</a:t>
            </a:r>
            <a:endParaRPr lang="en-ZA" noProof="0" dirty="0"/>
          </a:p>
        </p:txBody>
      </p:sp>
      <p:pic>
        <p:nvPicPr>
          <p:cNvPr id="10" name="Picture 9">
            <a:extLst>
              <a:ext uri="{FF2B5EF4-FFF2-40B4-BE49-F238E27FC236}">
                <a16:creationId xmlns:a16="http://schemas.microsoft.com/office/drawing/2014/main" id="{4B75C5A3-6F0B-361E-B0EC-8449CBF3B6A4}"/>
              </a:ext>
            </a:extLst>
          </p:cNvPr>
          <p:cNvPicPr>
            <a:picLocks noChangeAspect="1"/>
          </p:cNvPicPr>
          <p:nvPr/>
        </p:nvPicPr>
        <p:blipFill>
          <a:blip r:embed="rId3"/>
          <a:stretch>
            <a:fillRect/>
          </a:stretch>
        </p:blipFill>
        <p:spPr>
          <a:xfrm>
            <a:off x="1104900" y="1872954"/>
            <a:ext cx="9696450" cy="4569961"/>
          </a:xfrm>
          <a:prstGeom prst="rect">
            <a:avLst/>
          </a:prstGeom>
        </p:spPr>
      </p:pic>
    </p:spTree>
    <p:extLst>
      <p:ext uri="{BB962C8B-B14F-4D97-AF65-F5344CB8AC3E}">
        <p14:creationId xmlns:p14="http://schemas.microsoft.com/office/powerpoint/2010/main" val="7820649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230A9-1AF6-5B8F-8167-782381D7C8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60DF30-0A4B-D625-E5CE-3A1E13964CD5}"/>
              </a:ext>
            </a:extLst>
          </p:cNvPr>
          <p:cNvSpPr>
            <a:spLocks noGrp="1"/>
          </p:cNvSpPr>
          <p:nvPr>
            <p:ph type="title"/>
          </p:nvPr>
        </p:nvSpPr>
        <p:spPr>
          <a:xfrm>
            <a:off x="810001" y="1741064"/>
            <a:ext cx="10571998" cy="1928264"/>
          </a:xfrm>
        </p:spPr>
        <p:txBody>
          <a:bodyPr/>
          <a:lstStyle/>
          <a:p>
            <a:pPr lvl="0"/>
            <a:r>
              <a:rPr lang="en-ZA" sz="4800" noProof="0" dirty="0"/>
              <a:t>GitHub</a:t>
            </a:r>
          </a:p>
        </p:txBody>
      </p:sp>
      <p:sp>
        <p:nvSpPr>
          <p:cNvPr id="3" name="Subtitle 2">
            <a:extLst>
              <a:ext uri="{FF2B5EF4-FFF2-40B4-BE49-F238E27FC236}">
                <a16:creationId xmlns:a16="http://schemas.microsoft.com/office/drawing/2014/main" id="{423FCA8C-DB02-66DA-B305-3C2D65358F38}"/>
              </a:ext>
            </a:extLst>
          </p:cNvPr>
          <p:cNvSpPr>
            <a:spLocks noGrp="1"/>
          </p:cNvSpPr>
          <p:nvPr>
            <p:ph type="subTitle" idx="1"/>
          </p:nvPr>
        </p:nvSpPr>
        <p:spPr>
          <a:xfrm>
            <a:off x="810000" y="3694102"/>
            <a:ext cx="10572000" cy="896468"/>
          </a:xfrm>
        </p:spPr>
        <p:txBody>
          <a:bodyPr/>
          <a:lstStyle/>
          <a:p>
            <a:pPr lvl="0"/>
            <a:r>
              <a:rPr lang="en-ZA" noProof="0" dirty="0"/>
              <a:t>How we documented our system.</a:t>
            </a:r>
          </a:p>
        </p:txBody>
      </p:sp>
    </p:spTree>
    <p:extLst>
      <p:ext uri="{BB962C8B-B14F-4D97-AF65-F5344CB8AC3E}">
        <p14:creationId xmlns:p14="http://schemas.microsoft.com/office/powerpoint/2010/main" val="74400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77500A-C1AB-5F12-30FE-3FD1121BBDD1}"/>
              </a:ext>
            </a:extLst>
          </p:cNvPr>
          <p:cNvSpPr>
            <a:spLocks noGrp="1"/>
          </p:cNvSpPr>
          <p:nvPr>
            <p:ph type="title"/>
          </p:nvPr>
        </p:nvSpPr>
        <p:spPr/>
        <p:txBody>
          <a:bodyPr/>
          <a:lstStyle/>
          <a:p>
            <a:r>
              <a:rPr lang="en-ZA" dirty="0"/>
              <a:t>Repo Link</a:t>
            </a:r>
          </a:p>
        </p:txBody>
      </p:sp>
      <p:pic>
        <p:nvPicPr>
          <p:cNvPr id="3" name="Picture 2">
            <a:extLst>
              <a:ext uri="{FF2B5EF4-FFF2-40B4-BE49-F238E27FC236}">
                <a16:creationId xmlns:a16="http://schemas.microsoft.com/office/drawing/2014/main" id="{0D8CAFB3-86B4-942A-4C30-F5C1CE68244A}"/>
              </a:ext>
            </a:extLst>
          </p:cNvPr>
          <p:cNvPicPr>
            <a:picLocks noChangeAspect="1"/>
          </p:cNvPicPr>
          <p:nvPr/>
        </p:nvPicPr>
        <p:blipFill>
          <a:blip r:embed="rId2"/>
          <a:stretch>
            <a:fillRect/>
          </a:stretch>
        </p:blipFill>
        <p:spPr>
          <a:xfrm>
            <a:off x="4851691" y="419100"/>
            <a:ext cx="6019800" cy="6019800"/>
          </a:xfrm>
          <a:prstGeom prst="rect">
            <a:avLst/>
          </a:prstGeom>
        </p:spPr>
      </p:pic>
    </p:spTree>
    <p:extLst>
      <p:ext uri="{BB962C8B-B14F-4D97-AF65-F5344CB8AC3E}">
        <p14:creationId xmlns:p14="http://schemas.microsoft.com/office/powerpoint/2010/main" val="31322737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CB542-4BC7-6469-E818-32103E80F15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C3F0AC1-40E8-9BD4-6605-8EC964DB15CF}"/>
              </a:ext>
            </a:extLst>
          </p:cNvPr>
          <p:cNvSpPr>
            <a:spLocks noGrp="1"/>
          </p:cNvSpPr>
          <p:nvPr>
            <p:ph type="title"/>
          </p:nvPr>
        </p:nvSpPr>
        <p:spPr/>
        <p:txBody>
          <a:bodyPr/>
          <a:lstStyle/>
          <a:p>
            <a:r>
              <a:rPr lang="en-ZA" dirty="0"/>
              <a:t>Pulse</a:t>
            </a:r>
          </a:p>
        </p:txBody>
      </p:sp>
      <p:pic>
        <p:nvPicPr>
          <p:cNvPr id="3" name="Picture 2">
            <a:extLst>
              <a:ext uri="{FF2B5EF4-FFF2-40B4-BE49-F238E27FC236}">
                <a16:creationId xmlns:a16="http://schemas.microsoft.com/office/drawing/2014/main" id="{395495AC-1584-CC01-81DD-5663C93F3A6A}"/>
              </a:ext>
            </a:extLst>
          </p:cNvPr>
          <p:cNvPicPr>
            <a:picLocks noChangeAspect="1"/>
          </p:cNvPicPr>
          <p:nvPr/>
        </p:nvPicPr>
        <p:blipFill>
          <a:blip r:embed="rId2"/>
          <a:stretch>
            <a:fillRect/>
          </a:stretch>
        </p:blipFill>
        <p:spPr>
          <a:xfrm>
            <a:off x="4037936" y="1189265"/>
            <a:ext cx="7465780" cy="4479469"/>
          </a:xfrm>
          <a:prstGeom prst="rect">
            <a:avLst/>
          </a:prstGeom>
        </p:spPr>
      </p:pic>
    </p:spTree>
    <p:extLst>
      <p:ext uri="{BB962C8B-B14F-4D97-AF65-F5344CB8AC3E}">
        <p14:creationId xmlns:p14="http://schemas.microsoft.com/office/powerpoint/2010/main" val="592772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6BC04-A865-A559-E0DA-5E5356CA358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C05FD1-4873-6DCE-FB13-60F868601142}"/>
              </a:ext>
            </a:extLst>
          </p:cNvPr>
          <p:cNvSpPr>
            <a:spLocks noGrp="1"/>
          </p:cNvSpPr>
          <p:nvPr>
            <p:ph type="title"/>
          </p:nvPr>
        </p:nvSpPr>
        <p:spPr/>
        <p:txBody>
          <a:bodyPr/>
          <a:lstStyle/>
          <a:p>
            <a:r>
              <a:rPr lang="en-ZA" dirty="0"/>
              <a:t>Contributors</a:t>
            </a:r>
          </a:p>
        </p:txBody>
      </p:sp>
      <p:pic>
        <p:nvPicPr>
          <p:cNvPr id="3" name="Picture 2">
            <a:extLst>
              <a:ext uri="{FF2B5EF4-FFF2-40B4-BE49-F238E27FC236}">
                <a16:creationId xmlns:a16="http://schemas.microsoft.com/office/drawing/2014/main" id="{BD7DCDA7-06D9-C4B7-6750-50DCB64AD9C8}"/>
              </a:ext>
            </a:extLst>
          </p:cNvPr>
          <p:cNvPicPr>
            <a:picLocks noChangeAspect="1"/>
          </p:cNvPicPr>
          <p:nvPr/>
        </p:nvPicPr>
        <p:blipFill>
          <a:blip r:embed="rId2"/>
          <a:stretch>
            <a:fillRect/>
          </a:stretch>
        </p:blipFill>
        <p:spPr>
          <a:xfrm>
            <a:off x="5503179" y="425166"/>
            <a:ext cx="4726671" cy="6007668"/>
          </a:xfrm>
          <a:prstGeom prst="rect">
            <a:avLst/>
          </a:prstGeom>
        </p:spPr>
      </p:pic>
    </p:spTree>
    <p:extLst>
      <p:ext uri="{BB962C8B-B14F-4D97-AF65-F5344CB8AC3E}">
        <p14:creationId xmlns:p14="http://schemas.microsoft.com/office/powerpoint/2010/main" val="37084069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2169F-BCD5-1F64-84C0-227C2A3A0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035ED-08C8-62D3-6919-B441653A4A01}"/>
              </a:ext>
            </a:extLst>
          </p:cNvPr>
          <p:cNvSpPr>
            <a:spLocks noGrp="1"/>
          </p:cNvSpPr>
          <p:nvPr>
            <p:ph type="title"/>
          </p:nvPr>
        </p:nvSpPr>
        <p:spPr>
          <a:xfrm>
            <a:off x="810001" y="1741064"/>
            <a:ext cx="10571998" cy="1928264"/>
          </a:xfrm>
        </p:spPr>
        <p:txBody>
          <a:bodyPr/>
          <a:lstStyle/>
          <a:p>
            <a:pPr lvl="0"/>
            <a:r>
              <a:rPr lang="en-ZA" sz="4800" noProof="0" dirty="0"/>
              <a:t>Testing</a:t>
            </a:r>
          </a:p>
        </p:txBody>
      </p:sp>
      <p:sp>
        <p:nvSpPr>
          <p:cNvPr id="3" name="Subtitle 2">
            <a:extLst>
              <a:ext uri="{FF2B5EF4-FFF2-40B4-BE49-F238E27FC236}">
                <a16:creationId xmlns:a16="http://schemas.microsoft.com/office/drawing/2014/main" id="{C334B120-275C-0233-5DE2-FD9361CE52AB}"/>
              </a:ext>
            </a:extLst>
          </p:cNvPr>
          <p:cNvSpPr>
            <a:spLocks noGrp="1"/>
          </p:cNvSpPr>
          <p:nvPr>
            <p:ph type="subTitle" idx="1"/>
          </p:nvPr>
        </p:nvSpPr>
        <p:spPr>
          <a:xfrm>
            <a:off x="810000" y="3694102"/>
            <a:ext cx="10572000" cy="896468"/>
          </a:xfrm>
        </p:spPr>
        <p:txBody>
          <a:bodyPr/>
          <a:lstStyle/>
          <a:p>
            <a:pPr lvl="0"/>
            <a:r>
              <a:rPr lang="en-ZA" noProof="0" dirty="0"/>
              <a:t>How we tested our system.</a:t>
            </a:r>
          </a:p>
        </p:txBody>
      </p:sp>
    </p:spTree>
    <p:extLst>
      <p:ext uri="{BB962C8B-B14F-4D97-AF65-F5344CB8AC3E}">
        <p14:creationId xmlns:p14="http://schemas.microsoft.com/office/powerpoint/2010/main" val="37934846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3E546-2083-ADC3-2F06-3E59921E27B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CF29F6C-EDFD-F2AE-488C-F8D17193134D}"/>
              </a:ext>
            </a:extLst>
          </p:cNvPr>
          <p:cNvSpPr>
            <a:spLocks noGrp="1"/>
          </p:cNvSpPr>
          <p:nvPr>
            <p:ph type="title"/>
          </p:nvPr>
        </p:nvSpPr>
        <p:spPr>
          <a:xfrm>
            <a:off x="529935" y="1510145"/>
            <a:ext cx="3990110" cy="2137930"/>
          </a:xfrm>
        </p:spPr>
        <p:txBody>
          <a:bodyPr/>
          <a:lstStyle/>
          <a:p>
            <a:r>
              <a:rPr lang="en-ZA" dirty="0"/>
              <a:t>Unit Testing</a:t>
            </a:r>
            <a:br>
              <a:rPr lang="en-ZA" dirty="0"/>
            </a:br>
            <a:endParaRPr lang="en-ZA" noProof="0" dirty="0"/>
          </a:p>
        </p:txBody>
      </p:sp>
      <p:sp>
        <p:nvSpPr>
          <p:cNvPr id="7" name="Content Placeholder 6">
            <a:extLst>
              <a:ext uri="{FF2B5EF4-FFF2-40B4-BE49-F238E27FC236}">
                <a16:creationId xmlns:a16="http://schemas.microsoft.com/office/drawing/2014/main" id="{2F0A0D30-EDE7-CA2C-B816-7461DB364A1E}"/>
              </a:ext>
            </a:extLst>
          </p:cNvPr>
          <p:cNvSpPr>
            <a:spLocks noGrp="1"/>
          </p:cNvSpPr>
          <p:nvPr>
            <p:ph sz="quarter" idx="11"/>
          </p:nvPr>
        </p:nvSpPr>
        <p:spPr>
          <a:xfrm>
            <a:off x="638679" y="3022130"/>
            <a:ext cx="3772622" cy="2940519"/>
          </a:xfrm>
        </p:spPr>
        <p:txBody>
          <a:bodyPr>
            <a:normAutofit/>
          </a:bodyPr>
          <a:lstStyle/>
          <a:p>
            <a:pPr marL="0" lvl="0" indent="0" algn="ctr">
              <a:buNone/>
            </a:pPr>
            <a:r>
              <a:rPr lang="en-ZA" noProof="0" dirty="0"/>
              <a:t>Our team conducted unit testing on our classes that we built through blood sweat and tears.</a:t>
            </a:r>
          </a:p>
          <a:p>
            <a:pPr marL="0" lvl="0" indent="0" algn="ctr">
              <a:buNone/>
            </a:pPr>
            <a:endParaRPr lang="en-ZA" noProof="0" dirty="0"/>
          </a:p>
        </p:txBody>
      </p:sp>
      <p:pic>
        <p:nvPicPr>
          <p:cNvPr id="8" name="Picture 7">
            <a:extLst>
              <a:ext uri="{FF2B5EF4-FFF2-40B4-BE49-F238E27FC236}">
                <a16:creationId xmlns:a16="http://schemas.microsoft.com/office/drawing/2014/main" id="{9453DDE6-DFB4-81C8-1C52-C315A43D9A07}"/>
              </a:ext>
            </a:extLst>
          </p:cNvPr>
          <p:cNvPicPr>
            <a:picLocks noChangeAspect="1"/>
          </p:cNvPicPr>
          <p:nvPr/>
        </p:nvPicPr>
        <p:blipFill>
          <a:blip r:embed="rId3"/>
          <a:stretch>
            <a:fillRect/>
          </a:stretch>
        </p:blipFill>
        <p:spPr>
          <a:xfrm>
            <a:off x="5705474" y="949627"/>
            <a:ext cx="5038725" cy="4958746"/>
          </a:xfrm>
          <a:prstGeom prst="rect">
            <a:avLst/>
          </a:prstGeom>
        </p:spPr>
      </p:pic>
    </p:spTree>
    <p:extLst>
      <p:ext uri="{BB962C8B-B14F-4D97-AF65-F5344CB8AC3E}">
        <p14:creationId xmlns:p14="http://schemas.microsoft.com/office/powerpoint/2010/main" val="556010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6ADDD-050D-6A2F-52E8-288AE80D20C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7D58F2A-B6D3-0166-DFD2-32C489F2338F}"/>
              </a:ext>
            </a:extLst>
          </p:cNvPr>
          <p:cNvSpPr>
            <a:spLocks noGrp="1"/>
          </p:cNvSpPr>
          <p:nvPr>
            <p:ph type="title"/>
          </p:nvPr>
        </p:nvSpPr>
        <p:spPr>
          <a:xfrm>
            <a:off x="529935" y="1510145"/>
            <a:ext cx="3990110" cy="2137930"/>
          </a:xfrm>
        </p:spPr>
        <p:txBody>
          <a:bodyPr/>
          <a:lstStyle/>
          <a:p>
            <a:r>
              <a:rPr lang="en-ZA" dirty="0"/>
              <a:t>Error Example</a:t>
            </a:r>
            <a:br>
              <a:rPr lang="en-ZA" dirty="0"/>
            </a:br>
            <a:endParaRPr lang="en-ZA" noProof="0" dirty="0"/>
          </a:p>
        </p:txBody>
      </p:sp>
      <p:sp>
        <p:nvSpPr>
          <p:cNvPr id="7" name="Content Placeholder 6">
            <a:extLst>
              <a:ext uri="{FF2B5EF4-FFF2-40B4-BE49-F238E27FC236}">
                <a16:creationId xmlns:a16="http://schemas.microsoft.com/office/drawing/2014/main" id="{CC391C91-F2AB-8B93-83FC-42CDFF85CB73}"/>
              </a:ext>
            </a:extLst>
          </p:cNvPr>
          <p:cNvSpPr>
            <a:spLocks noGrp="1"/>
          </p:cNvSpPr>
          <p:nvPr>
            <p:ph sz="quarter" idx="11"/>
          </p:nvPr>
        </p:nvSpPr>
        <p:spPr>
          <a:xfrm>
            <a:off x="638679" y="3022130"/>
            <a:ext cx="3772622" cy="2940519"/>
          </a:xfrm>
        </p:spPr>
        <p:txBody>
          <a:bodyPr>
            <a:normAutofit/>
          </a:bodyPr>
          <a:lstStyle/>
          <a:p>
            <a:pPr marL="0" lvl="0" indent="0" algn="ctr">
              <a:buNone/>
            </a:pPr>
            <a:r>
              <a:rPr lang="en-ZA" noProof="0" dirty="0"/>
              <a:t>While focusing on testing, errors were found.</a:t>
            </a:r>
          </a:p>
          <a:p>
            <a:pPr marL="0" lvl="0" indent="0" algn="ctr">
              <a:buNone/>
            </a:pPr>
            <a:endParaRPr lang="en-ZA" noProof="0" dirty="0"/>
          </a:p>
        </p:txBody>
      </p:sp>
      <p:pic>
        <p:nvPicPr>
          <p:cNvPr id="4" name="Picture 3">
            <a:extLst>
              <a:ext uri="{FF2B5EF4-FFF2-40B4-BE49-F238E27FC236}">
                <a16:creationId xmlns:a16="http://schemas.microsoft.com/office/drawing/2014/main" id="{8310250C-4DD5-8E75-6EE4-E8855A081CB7}"/>
              </a:ext>
            </a:extLst>
          </p:cNvPr>
          <p:cNvPicPr>
            <a:picLocks noChangeAspect="1"/>
          </p:cNvPicPr>
          <p:nvPr/>
        </p:nvPicPr>
        <p:blipFill>
          <a:blip r:embed="rId3"/>
          <a:stretch>
            <a:fillRect/>
          </a:stretch>
        </p:blipFill>
        <p:spPr>
          <a:xfrm>
            <a:off x="4628789" y="1978072"/>
            <a:ext cx="7172685" cy="3110279"/>
          </a:xfrm>
          <a:prstGeom prst="rect">
            <a:avLst/>
          </a:prstGeom>
        </p:spPr>
      </p:pic>
    </p:spTree>
    <p:extLst>
      <p:ext uri="{BB962C8B-B14F-4D97-AF65-F5344CB8AC3E}">
        <p14:creationId xmlns:p14="http://schemas.microsoft.com/office/powerpoint/2010/main" val="35248344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50098-5446-564E-3192-677D7030A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4AC439-21C2-810C-155D-E0881B1330DD}"/>
              </a:ext>
            </a:extLst>
          </p:cNvPr>
          <p:cNvSpPr>
            <a:spLocks noGrp="1"/>
          </p:cNvSpPr>
          <p:nvPr>
            <p:ph type="title"/>
          </p:nvPr>
        </p:nvSpPr>
        <p:spPr>
          <a:xfrm>
            <a:off x="810000" y="923924"/>
            <a:ext cx="10571998" cy="707053"/>
          </a:xfrm>
        </p:spPr>
        <p:txBody>
          <a:bodyPr/>
          <a:lstStyle/>
          <a:p>
            <a:pPr lvl="0"/>
            <a:r>
              <a:rPr lang="en-ZA" sz="4800" noProof="0" dirty="0"/>
              <a:t>Conclusion</a:t>
            </a:r>
          </a:p>
        </p:txBody>
      </p:sp>
      <p:sp>
        <p:nvSpPr>
          <p:cNvPr id="3" name="Subtitle 2">
            <a:extLst>
              <a:ext uri="{FF2B5EF4-FFF2-40B4-BE49-F238E27FC236}">
                <a16:creationId xmlns:a16="http://schemas.microsoft.com/office/drawing/2014/main" id="{EE1E884C-5BAA-2706-1A4D-DF1DF2729ED0}"/>
              </a:ext>
            </a:extLst>
          </p:cNvPr>
          <p:cNvSpPr>
            <a:spLocks noGrp="1"/>
          </p:cNvSpPr>
          <p:nvPr>
            <p:ph type="subTitle" idx="1"/>
          </p:nvPr>
        </p:nvSpPr>
        <p:spPr>
          <a:xfrm>
            <a:off x="809998" y="1770052"/>
            <a:ext cx="10572000" cy="896468"/>
          </a:xfrm>
        </p:spPr>
        <p:txBody>
          <a:bodyPr/>
          <a:lstStyle/>
          <a:p>
            <a:pPr lvl="0"/>
            <a:r>
              <a:rPr lang="en-ZA" noProof="0" dirty="0"/>
              <a:t>How we tested our system.</a:t>
            </a:r>
          </a:p>
        </p:txBody>
      </p:sp>
      <p:sp>
        <p:nvSpPr>
          <p:cNvPr id="4" name="TextBox 3">
            <a:extLst>
              <a:ext uri="{FF2B5EF4-FFF2-40B4-BE49-F238E27FC236}">
                <a16:creationId xmlns:a16="http://schemas.microsoft.com/office/drawing/2014/main" id="{6424B850-FDDE-B3B3-1063-A0657E5E268A}"/>
              </a:ext>
            </a:extLst>
          </p:cNvPr>
          <p:cNvSpPr txBox="1"/>
          <p:nvPr/>
        </p:nvSpPr>
        <p:spPr>
          <a:xfrm>
            <a:off x="1724023" y="2666520"/>
            <a:ext cx="8743950" cy="2308324"/>
          </a:xfrm>
          <a:prstGeom prst="rect">
            <a:avLst/>
          </a:prstGeom>
          <a:noFill/>
        </p:spPr>
        <p:txBody>
          <a:bodyPr wrap="square" rtlCol="0">
            <a:spAutoFit/>
          </a:bodyPr>
          <a:lstStyle/>
          <a:p>
            <a:pPr algn="ctr"/>
            <a:r>
              <a:rPr lang="en-ZA" dirty="0"/>
              <a:t>The TIVIDY Workflow management system meets all requirements, demonstrating effective use of software design patterns in a scalable and maintainable system. </a:t>
            </a:r>
            <a:br>
              <a:rPr lang="en-ZA" dirty="0"/>
            </a:br>
            <a:r>
              <a:rPr lang="en-ZA" dirty="0"/>
              <a:t>The system includes UML diagrams, modular C++ code, documentation, hosting, and testing.</a:t>
            </a:r>
          </a:p>
          <a:p>
            <a:pPr algn="ctr"/>
            <a:r>
              <a:rPr lang="en-ZA" dirty="0"/>
              <a:t> It fulfilled technical and educational goals, as well as taught us how to work in a cohesive team, all the while preparing us for future software engineering challenges.</a:t>
            </a:r>
          </a:p>
        </p:txBody>
      </p:sp>
    </p:spTree>
    <p:extLst>
      <p:ext uri="{BB962C8B-B14F-4D97-AF65-F5344CB8AC3E}">
        <p14:creationId xmlns:p14="http://schemas.microsoft.com/office/powerpoint/2010/main" val="24503980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05011-03FC-652B-2538-4EAE68ABF80D}"/>
              </a:ext>
            </a:extLst>
          </p:cNvPr>
          <p:cNvSpPr>
            <a:spLocks noGrp="1"/>
          </p:cNvSpPr>
          <p:nvPr>
            <p:ph type="title"/>
          </p:nvPr>
        </p:nvSpPr>
        <p:spPr>
          <a:xfrm>
            <a:off x="770660" y="1017858"/>
            <a:ext cx="10650681" cy="2719255"/>
          </a:xfrm>
        </p:spPr>
        <p:txBody>
          <a:bodyPr/>
          <a:lstStyle/>
          <a:p>
            <a:pPr lvl="0"/>
            <a:r>
              <a:rPr lang="en-ZA" noProof="0" dirty="0"/>
              <a:t>Live Demo</a:t>
            </a:r>
          </a:p>
        </p:txBody>
      </p:sp>
      <p:sp>
        <p:nvSpPr>
          <p:cNvPr id="3" name="Text Placeholder 2">
            <a:extLst>
              <a:ext uri="{FF2B5EF4-FFF2-40B4-BE49-F238E27FC236}">
                <a16:creationId xmlns:a16="http://schemas.microsoft.com/office/drawing/2014/main" id="{411A2349-EF0B-F33D-13F9-826241461648}"/>
              </a:ext>
            </a:extLst>
          </p:cNvPr>
          <p:cNvSpPr>
            <a:spLocks noGrp="1"/>
          </p:cNvSpPr>
          <p:nvPr>
            <p:ph type="body" sz="quarter" idx="14"/>
          </p:nvPr>
        </p:nvSpPr>
        <p:spPr>
          <a:xfrm>
            <a:off x="770660" y="4042066"/>
            <a:ext cx="10650681" cy="2296843"/>
          </a:xfrm>
        </p:spPr>
        <p:txBody>
          <a:bodyPr/>
          <a:lstStyle/>
          <a:p>
            <a:pPr lvl="0"/>
            <a:r>
              <a:rPr lang="en-ZA" noProof="0" dirty="0"/>
              <a:t>u21760022</a:t>
            </a:r>
          </a:p>
          <a:p>
            <a:pPr lvl="0"/>
            <a:r>
              <a:rPr lang="en-ZA" dirty="0"/>
              <a:t>u24583741</a:t>
            </a:r>
          </a:p>
          <a:p>
            <a:pPr lvl="0"/>
            <a:r>
              <a:rPr lang="en-ZA" dirty="0"/>
              <a:t>u24566935</a:t>
            </a:r>
          </a:p>
          <a:p>
            <a:pPr lvl="0"/>
            <a:r>
              <a:rPr lang="en-ZA" dirty="0"/>
              <a:t>u25161360</a:t>
            </a:r>
          </a:p>
          <a:p>
            <a:pPr lvl="0"/>
            <a:r>
              <a:rPr lang="en-ZA" dirty="0"/>
              <a:t>u25678592</a:t>
            </a:r>
            <a:endParaRPr lang="en-ZA" noProof="0" dirty="0"/>
          </a:p>
        </p:txBody>
      </p:sp>
    </p:spTree>
    <p:extLst>
      <p:ext uri="{BB962C8B-B14F-4D97-AF65-F5344CB8AC3E}">
        <p14:creationId xmlns:p14="http://schemas.microsoft.com/office/powerpoint/2010/main" val="36636579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M11381587_Win32_SL_v6" id="{5005B820-A0B7-49EA-8569-DCF0CD2DBB9D}" vid="{2E48C80D-E25D-44C4-BCFD-F1465E9B61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4ACCF44-01D5-4C40-9EAC-D3C3683409F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272B3831-C4F2-498C-8E5F-F8D6F90548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9F0C84-2C14-4FB8-88C2-9577181F2CC2}">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{B303DF6D-4571-4106-A041-CEF158AEE0F8}TF4e23ad37-c1a6-42e6-a6ec-6518d97eca9ec3cad5d6_win32-e4fb00466b0d</Template>
  <TotalTime>758</TotalTime>
  <Words>1220</Words>
  <Application>Microsoft Office PowerPoint</Application>
  <PresentationFormat>Widescreen</PresentationFormat>
  <Paragraphs>181</Paragraphs>
  <Slides>33</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Aptos</vt:lpstr>
      <vt:lpstr>Arial</vt:lpstr>
      <vt:lpstr>Calibri</vt:lpstr>
      <vt:lpstr>Century Gothic</vt:lpstr>
      <vt:lpstr>Wingdings 2</vt:lpstr>
      <vt:lpstr>Quotable</vt:lpstr>
      <vt:lpstr>TIVIDY Project Demo</vt:lpstr>
      <vt:lpstr>CONTENT</vt:lpstr>
      <vt:lpstr>Project Scope</vt:lpstr>
      <vt:lpstr>Project Scope</vt:lpstr>
      <vt:lpstr>Backend</vt:lpstr>
      <vt:lpstr>UML Diagrams </vt:lpstr>
      <vt:lpstr>Design Patterns</vt:lpstr>
      <vt:lpstr>Façade</vt:lpstr>
      <vt:lpstr>Composite 1</vt:lpstr>
      <vt:lpstr>Visitor</vt:lpstr>
      <vt:lpstr>Memento</vt:lpstr>
      <vt:lpstr>Composite 2</vt:lpstr>
      <vt:lpstr>Observer</vt:lpstr>
      <vt:lpstr>Decorator</vt:lpstr>
      <vt:lpstr>Chain of Responsibility</vt:lpstr>
      <vt:lpstr>Strategy</vt:lpstr>
      <vt:lpstr>Iterator</vt:lpstr>
      <vt:lpstr>Template Method</vt:lpstr>
      <vt:lpstr>Frontend</vt:lpstr>
      <vt:lpstr>Frontend</vt:lpstr>
      <vt:lpstr>Doxygen</vt:lpstr>
      <vt:lpstr>DoxyFile</vt:lpstr>
      <vt:lpstr>Docker</vt:lpstr>
      <vt:lpstr>DockerFile</vt:lpstr>
      <vt:lpstr>GitHub</vt:lpstr>
      <vt:lpstr>Repo Link</vt:lpstr>
      <vt:lpstr>Pulse</vt:lpstr>
      <vt:lpstr>Contributors</vt:lpstr>
      <vt:lpstr>Testing</vt:lpstr>
      <vt:lpstr>Unit Testing </vt:lpstr>
      <vt:lpstr>Error Example </vt:lpstr>
      <vt:lpstr>Conclusion</vt:lpstr>
      <vt:lpstr>Live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Declan McCullough</dc:creator>
  <cp:lastModifiedBy>Declan McCullough</cp:lastModifiedBy>
  <cp:revision>11</cp:revision>
  <dcterms:created xsi:type="dcterms:W3CDTF">2026-10-26T19:32:35Z</dcterms:created>
  <dcterms:modified xsi:type="dcterms:W3CDTF">2026-11-01T20:14:18Z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